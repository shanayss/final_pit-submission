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Poppins"/>
      <p:regular r:id="rId19"/>
      <p:bold r:id="rId20"/>
      <p:italic r:id="rId21"/>
      <p:boldItalic r:id="rId22"/>
    </p:embeddedFont>
    <p:embeddedFont>
      <p:font typeface="Poppins Black"/>
      <p:bold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htN3gO/nbhq13ZL5vbDhYK0vNy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PoppinsBlack-boldItalic.fntdata"/><Relationship Id="rId23" Type="http://schemas.openxmlformats.org/officeDocument/2006/relationships/font" Target="fonts/PoppinsBlack-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oppi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a0008f8c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ea0008f8c4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a0008f8c4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3ea0008f8c4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a0008f8c4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ea0008f8c4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4e92519bb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g3e4e92519bb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c9a662a19_1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g37c9a662a19_1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ea0008f8c4_1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g3ea0008f8c4_1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a0008f8c4_1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g3ea0008f8c4_1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e4e92519bb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e4e92519bb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ea0008f8c4_0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g3ea0008f8c4_0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4e92519bb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e4e92519bb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
          <p:cNvGrpSpPr/>
          <p:nvPr/>
        </p:nvGrpSpPr>
        <p:grpSpPr>
          <a:xfrm rot="-5400000">
            <a:off x="2355807" y="-5102818"/>
            <a:ext cx="3352390" cy="9965228"/>
            <a:chOff x="0" y="0"/>
            <a:chExt cx="202947" cy="603275"/>
          </a:xfrm>
        </p:grpSpPr>
        <p:sp>
          <p:nvSpPr>
            <p:cNvPr id="85" name="Google Shape;85;p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000000">
                <a:alpha val="0"/>
              </a:srgbClr>
            </a:solidFill>
            <a:ln cap="sq" cmpd="sng" w="95250">
              <a:solidFill>
                <a:srgbClr val="2E3192"/>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31710" y="222942"/>
              <a:ext cx="139526" cy="337242"/>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
          <p:cNvGrpSpPr/>
          <p:nvPr/>
        </p:nvGrpSpPr>
        <p:grpSpPr>
          <a:xfrm rot="-5400000">
            <a:off x="2586977" y="5486451"/>
            <a:ext cx="3352390" cy="9965228"/>
            <a:chOff x="0" y="0"/>
            <a:chExt cx="202947" cy="603275"/>
          </a:xfrm>
        </p:grpSpPr>
        <p:sp>
          <p:nvSpPr>
            <p:cNvPr id="88" name="Google Shape;88;p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000000">
                <a:alpha val="0"/>
              </a:srgbClr>
            </a:solidFill>
            <a:ln cap="sq" cmpd="sng" w="95250">
              <a:solidFill>
                <a:srgbClr val="F4D03F"/>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txBox="1"/>
            <p:nvPr/>
          </p:nvSpPr>
          <p:spPr>
            <a:xfrm>
              <a:off x="31710" y="222942"/>
              <a:ext cx="139526" cy="337242"/>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0" name="Google Shape;90;p1"/>
          <p:cNvGrpSpPr/>
          <p:nvPr/>
        </p:nvGrpSpPr>
        <p:grpSpPr>
          <a:xfrm rot="-5324772">
            <a:off x="12512888" y="3504559"/>
            <a:ext cx="3277354" cy="9742179"/>
            <a:chOff x="0" y="0"/>
            <a:chExt cx="202947" cy="603275"/>
          </a:xfrm>
        </p:grpSpPr>
        <p:sp>
          <p:nvSpPr>
            <p:cNvPr id="91" name="Google Shape;91;p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1"/>
            <p:cNvSpPr txBox="1"/>
            <p:nvPr/>
          </p:nvSpPr>
          <p:spPr>
            <a:xfrm>
              <a:off x="31710" y="222942"/>
              <a:ext cx="139526" cy="337242"/>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3" name="Google Shape;93;p1"/>
          <p:cNvGrpSpPr/>
          <p:nvPr/>
        </p:nvGrpSpPr>
        <p:grpSpPr>
          <a:xfrm rot="5400000">
            <a:off x="11669102" y="-5285300"/>
            <a:ext cx="3277354" cy="9742179"/>
            <a:chOff x="0" y="0"/>
            <a:chExt cx="202947" cy="603275"/>
          </a:xfrm>
        </p:grpSpPr>
        <p:sp>
          <p:nvSpPr>
            <p:cNvPr id="94" name="Google Shape;94;p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1"/>
            <p:cNvSpPr txBox="1"/>
            <p:nvPr/>
          </p:nvSpPr>
          <p:spPr>
            <a:xfrm>
              <a:off x="31710" y="222942"/>
              <a:ext cx="139526" cy="337242"/>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6" name="Google Shape;96;p1"/>
          <p:cNvGrpSpPr/>
          <p:nvPr/>
        </p:nvGrpSpPr>
        <p:grpSpPr>
          <a:xfrm rot="-5400000">
            <a:off x="4363900" y="-2867374"/>
            <a:ext cx="2060045" cy="6123636"/>
            <a:chOff x="0" y="0"/>
            <a:chExt cx="202947" cy="603275"/>
          </a:xfrm>
        </p:grpSpPr>
        <p:sp>
          <p:nvSpPr>
            <p:cNvPr id="97" name="Google Shape;97;p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 name="Google Shape;98;p1"/>
            <p:cNvSpPr txBox="1"/>
            <p:nvPr/>
          </p:nvSpPr>
          <p:spPr>
            <a:xfrm>
              <a:off x="31710" y="222942"/>
              <a:ext cx="139526" cy="337242"/>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9" name="Google Shape;99;p1"/>
          <p:cNvGrpSpPr/>
          <p:nvPr/>
        </p:nvGrpSpPr>
        <p:grpSpPr>
          <a:xfrm>
            <a:off x="1683800" y="3234942"/>
            <a:ext cx="21991459" cy="7234124"/>
            <a:chOff x="0" y="-48823"/>
            <a:chExt cx="202947" cy="66758"/>
          </a:xfrm>
        </p:grpSpPr>
        <p:sp>
          <p:nvSpPr>
            <p:cNvPr id="100" name="Google Shape;100;p1"/>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 name="Google Shape;101;p1"/>
            <p:cNvSpPr txBox="1"/>
            <p:nvPr/>
          </p:nvSpPr>
          <p:spPr>
            <a:xfrm>
              <a:off x="31710" y="-48823"/>
              <a:ext cx="139526" cy="65477"/>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2" name="Google Shape;102;p1"/>
          <p:cNvGrpSpPr/>
          <p:nvPr/>
        </p:nvGrpSpPr>
        <p:grpSpPr>
          <a:xfrm rot="10800000">
            <a:off x="9469320" y="-120204"/>
            <a:ext cx="15215481" cy="5005156"/>
            <a:chOff x="0" y="-48823"/>
            <a:chExt cx="202947" cy="66758"/>
          </a:xfrm>
        </p:grpSpPr>
        <p:sp>
          <p:nvSpPr>
            <p:cNvPr id="103" name="Google Shape;103;p1"/>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1"/>
            <p:cNvSpPr txBox="1"/>
            <p:nvPr/>
          </p:nvSpPr>
          <p:spPr>
            <a:xfrm>
              <a:off x="31710" y="-48823"/>
              <a:ext cx="139526" cy="65477"/>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5" name="Google Shape;105;p1"/>
          <p:cNvSpPr/>
          <p:nvPr/>
        </p:nvSpPr>
        <p:spPr>
          <a:xfrm>
            <a:off x="213010" y="552131"/>
            <a:ext cx="1911453" cy="1911453"/>
          </a:xfrm>
          <a:custGeom>
            <a:rect b="b" l="l" r="r" t="t"/>
            <a:pathLst>
              <a:path extrusionOk="0" h="1911453" w="1911453">
                <a:moveTo>
                  <a:pt x="0" y="0"/>
                </a:moveTo>
                <a:lnTo>
                  <a:pt x="1911453" y="0"/>
                </a:lnTo>
                <a:lnTo>
                  <a:pt x="1911453" y="1911453"/>
                </a:lnTo>
                <a:lnTo>
                  <a:pt x="0" y="191145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1"/>
          <p:cNvSpPr/>
          <p:nvPr/>
        </p:nvSpPr>
        <p:spPr>
          <a:xfrm>
            <a:off x="2124463" y="950449"/>
            <a:ext cx="2508724" cy="1114818"/>
          </a:xfrm>
          <a:custGeom>
            <a:rect b="b" l="l" r="r" t="t"/>
            <a:pathLst>
              <a:path extrusionOk="0" h="1114818" w="2508724">
                <a:moveTo>
                  <a:pt x="0" y="0"/>
                </a:moveTo>
                <a:lnTo>
                  <a:pt x="2508724" y="0"/>
                </a:lnTo>
                <a:lnTo>
                  <a:pt x="2508724" y="1114818"/>
                </a:lnTo>
                <a:lnTo>
                  <a:pt x="0" y="1114818"/>
                </a:lnTo>
                <a:lnTo>
                  <a:pt x="0" y="0"/>
                </a:lnTo>
                <a:close/>
              </a:path>
            </a:pathLst>
          </a:custGeom>
          <a:blipFill rotWithShape="1">
            <a:blip r:embed="rId4">
              <a:alphaModFix/>
            </a:blip>
            <a:stretch>
              <a:fillRect b="-99411" l="-13278" r="-12464" t="-8355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1"/>
          <p:cNvSpPr txBox="1"/>
          <p:nvPr/>
        </p:nvSpPr>
        <p:spPr>
          <a:xfrm>
            <a:off x="-5" y="3616278"/>
            <a:ext cx="18288000" cy="1861800"/>
          </a:xfrm>
          <a:prstGeom prst="rect">
            <a:avLst/>
          </a:prstGeom>
          <a:noFill/>
          <a:ln>
            <a:noFill/>
          </a:ln>
        </p:spPr>
        <p:txBody>
          <a:bodyPr anchorCtr="0" anchor="t" bIns="0" lIns="0" spcFirstLastPara="1" rIns="0" wrap="square" tIns="0">
            <a:spAutoFit/>
          </a:bodyPr>
          <a:lstStyle/>
          <a:p>
            <a:pPr indent="0" lvl="0" marL="0" marR="0" rtl="0" algn="ctr">
              <a:lnSpc>
                <a:spcPct val="84000"/>
              </a:lnSpc>
              <a:spcBef>
                <a:spcPts val="0"/>
              </a:spcBef>
              <a:spcAft>
                <a:spcPts val="0"/>
              </a:spcAft>
              <a:buClr>
                <a:srgbClr val="000000"/>
              </a:buClr>
              <a:buSzPts val="7200"/>
              <a:buFont typeface="Arial"/>
              <a:buNone/>
            </a:pPr>
            <a:r>
              <a:rPr b="1" i="0" lang="en-US" sz="7200" u="none" cap="none" strike="noStrike">
                <a:solidFill>
                  <a:srgbClr val="1A1751"/>
                </a:solidFill>
                <a:latin typeface="Poppins"/>
                <a:ea typeface="Poppins"/>
                <a:cs typeface="Poppins"/>
                <a:sym typeface="Poppins"/>
              </a:rPr>
              <a:t>WELLMEADOWS HOSPITAL MANAGEMENT SYSTEM</a:t>
            </a:r>
            <a:endParaRPr b="1" i="0" sz="7200" u="none" cap="none" strike="noStrike">
              <a:solidFill>
                <a:srgbClr val="1A1751"/>
              </a:solidFill>
              <a:latin typeface="Poppins"/>
              <a:ea typeface="Poppins"/>
              <a:cs typeface="Poppins"/>
              <a:sym typeface="Poppins"/>
            </a:endParaRPr>
          </a:p>
        </p:txBody>
      </p:sp>
      <p:sp>
        <p:nvSpPr>
          <p:cNvPr id="108" name="Google Shape;108;p1"/>
          <p:cNvSpPr txBox="1"/>
          <p:nvPr/>
        </p:nvSpPr>
        <p:spPr>
          <a:xfrm>
            <a:off x="2784599" y="5982317"/>
            <a:ext cx="12718800" cy="29322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3000"/>
              <a:buFont typeface="Arial"/>
              <a:buNone/>
            </a:pPr>
            <a:r>
              <a:rPr b="1" i="0" lang="en-US" sz="3000" u="none" cap="none" strike="noStrike">
                <a:solidFill>
                  <a:srgbClr val="131268"/>
                </a:solidFill>
                <a:latin typeface="Poppins"/>
                <a:ea typeface="Poppins"/>
                <a:cs typeface="Poppins"/>
                <a:sym typeface="Poppins"/>
              </a:rPr>
              <a:t>BY: GROUP 5</a:t>
            </a:r>
            <a:endParaRPr b="1" i="0" sz="3000" u="none" cap="none" strike="noStrike">
              <a:solidFill>
                <a:srgbClr val="131268"/>
              </a:solidFill>
              <a:latin typeface="Poppins"/>
              <a:ea typeface="Poppins"/>
              <a:cs typeface="Poppins"/>
              <a:sym typeface="Poppins"/>
            </a:endParaRPr>
          </a:p>
          <a:p>
            <a:pPr indent="0" lvl="0" marL="0" marR="0" rtl="0" algn="ctr">
              <a:lnSpc>
                <a:spcPct val="107000"/>
              </a:lnSpc>
              <a:spcBef>
                <a:spcPts val="0"/>
              </a:spcBef>
              <a:spcAft>
                <a:spcPts val="0"/>
              </a:spcAft>
              <a:buClr>
                <a:srgbClr val="000000"/>
              </a:buClr>
              <a:buSzPts val="3000"/>
              <a:buFont typeface="Arial"/>
              <a:buNone/>
            </a:pPr>
            <a:r>
              <a:rPr lang="en-US" sz="3000">
                <a:solidFill>
                  <a:srgbClr val="131268"/>
                </a:solidFill>
                <a:latin typeface="Poppins"/>
                <a:ea typeface="Poppins"/>
                <a:cs typeface="Poppins"/>
                <a:sym typeface="Poppins"/>
              </a:rPr>
              <a:t>Alabe, Lovely</a:t>
            </a:r>
            <a:endParaRPr b="0" i="0" sz="3000" u="none" cap="none" strike="noStrike">
              <a:solidFill>
                <a:srgbClr val="131268"/>
              </a:solidFill>
              <a:latin typeface="Poppins"/>
              <a:ea typeface="Poppins"/>
              <a:cs typeface="Poppins"/>
              <a:sym typeface="Poppins"/>
            </a:endParaRPr>
          </a:p>
          <a:p>
            <a:pPr indent="0" lvl="0" marL="0" marR="0" rtl="0" algn="ctr">
              <a:lnSpc>
                <a:spcPct val="107000"/>
              </a:lnSpc>
              <a:spcBef>
                <a:spcPts val="0"/>
              </a:spcBef>
              <a:spcAft>
                <a:spcPts val="0"/>
              </a:spcAft>
              <a:buClr>
                <a:srgbClr val="000000"/>
              </a:buClr>
              <a:buSzPts val="3000"/>
              <a:buFont typeface="Arial"/>
              <a:buNone/>
            </a:pPr>
            <a:r>
              <a:rPr lang="en-US" sz="3000">
                <a:solidFill>
                  <a:srgbClr val="131268"/>
                </a:solidFill>
                <a:latin typeface="Poppins"/>
                <a:ea typeface="Poppins"/>
                <a:cs typeface="Poppins"/>
                <a:sym typeface="Poppins"/>
              </a:rPr>
              <a:t>Anggaon, Kelly Angela</a:t>
            </a:r>
            <a:endParaRPr b="0" i="0" sz="3000" u="none" cap="none" strike="noStrike">
              <a:solidFill>
                <a:srgbClr val="131268"/>
              </a:solidFill>
              <a:latin typeface="Poppins"/>
              <a:ea typeface="Poppins"/>
              <a:cs typeface="Poppins"/>
              <a:sym typeface="Poppins"/>
            </a:endParaRPr>
          </a:p>
          <a:p>
            <a:pPr indent="0" lvl="0" marL="0" marR="0" rtl="0" algn="ctr">
              <a:lnSpc>
                <a:spcPct val="107000"/>
              </a:lnSpc>
              <a:spcBef>
                <a:spcPts val="0"/>
              </a:spcBef>
              <a:spcAft>
                <a:spcPts val="0"/>
              </a:spcAft>
              <a:buClr>
                <a:srgbClr val="000000"/>
              </a:buClr>
              <a:buSzPts val="3000"/>
              <a:buFont typeface="Arial"/>
              <a:buNone/>
            </a:pPr>
            <a:r>
              <a:rPr lang="en-US" sz="3000">
                <a:solidFill>
                  <a:srgbClr val="131268"/>
                </a:solidFill>
                <a:latin typeface="Poppins"/>
                <a:ea typeface="Poppins"/>
                <a:cs typeface="Poppins"/>
                <a:sym typeface="Poppins"/>
              </a:rPr>
              <a:t>Caboverde, Chanice </a:t>
            </a:r>
            <a:endParaRPr b="0" i="0" sz="3000" u="none" cap="none" strike="noStrike">
              <a:solidFill>
                <a:srgbClr val="131268"/>
              </a:solidFill>
              <a:latin typeface="Poppins"/>
              <a:ea typeface="Poppins"/>
              <a:cs typeface="Poppins"/>
              <a:sym typeface="Poppins"/>
            </a:endParaRPr>
          </a:p>
          <a:p>
            <a:pPr indent="0" lvl="0" marL="0" marR="0" rtl="0" algn="ctr">
              <a:lnSpc>
                <a:spcPct val="107000"/>
              </a:lnSpc>
              <a:spcBef>
                <a:spcPts val="0"/>
              </a:spcBef>
              <a:spcAft>
                <a:spcPts val="0"/>
              </a:spcAft>
              <a:buClr>
                <a:srgbClr val="000000"/>
              </a:buClr>
              <a:buSzPts val="3000"/>
              <a:buFont typeface="Arial"/>
              <a:buNone/>
            </a:pPr>
            <a:r>
              <a:rPr lang="en-US" sz="3000">
                <a:solidFill>
                  <a:srgbClr val="131268"/>
                </a:solidFill>
                <a:latin typeface="Poppins"/>
                <a:ea typeface="Poppins"/>
                <a:cs typeface="Poppins"/>
                <a:sym typeface="Poppins"/>
              </a:rPr>
              <a:t>Parco, Sheena </a:t>
            </a:r>
            <a:endParaRPr sz="3000">
              <a:solidFill>
                <a:srgbClr val="131268"/>
              </a:solidFill>
              <a:latin typeface="Poppins"/>
              <a:ea typeface="Poppins"/>
              <a:cs typeface="Poppins"/>
              <a:sym typeface="Poppins"/>
            </a:endParaRPr>
          </a:p>
          <a:p>
            <a:pPr indent="0" lvl="0" marL="0" marR="0" rtl="0" algn="ctr">
              <a:lnSpc>
                <a:spcPct val="107000"/>
              </a:lnSpc>
              <a:spcBef>
                <a:spcPts val="0"/>
              </a:spcBef>
              <a:spcAft>
                <a:spcPts val="0"/>
              </a:spcAft>
              <a:buClr>
                <a:srgbClr val="000000"/>
              </a:buClr>
              <a:buSzPts val="3000"/>
              <a:buFont typeface="Arial"/>
              <a:buNone/>
            </a:pPr>
            <a:r>
              <a:rPr lang="en-US" sz="3000">
                <a:solidFill>
                  <a:srgbClr val="131268"/>
                </a:solidFill>
                <a:latin typeface="Poppins"/>
                <a:ea typeface="Poppins"/>
                <a:cs typeface="Poppins"/>
                <a:sym typeface="Poppins"/>
              </a:rPr>
              <a:t>Fabria, Frincez</a:t>
            </a:r>
            <a:endParaRPr sz="3000">
              <a:solidFill>
                <a:srgbClr val="131268"/>
              </a:solidFill>
              <a:latin typeface="Poppins"/>
              <a:ea typeface="Poppins"/>
              <a:cs typeface="Poppins"/>
              <a:sym typeface="Poppins"/>
            </a:endParaRPr>
          </a:p>
        </p:txBody>
      </p:sp>
      <p:sp>
        <p:nvSpPr>
          <p:cNvPr id="109" name="Google Shape;109;p1"/>
          <p:cNvSpPr txBox="1"/>
          <p:nvPr/>
        </p:nvSpPr>
        <p:spPr>
          <a:xfrm>
            <a:off x="2784600" y="2362870"/>
            <a:ext cx="12718800" cy="9558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3000"/>
              <a:buFont typeface="Arial"/>
              <a:buNone/>
            </a:pPr>
            <a:r>
              <a:rPr b="1" i="0" lang="en-US" sz="3000" u="none" cap="none" strike="noStrike">
                <a:solidFill>
                  <a:schemeClr val="dk2"/>
                </a:solidFill>
                <a:latin typeface="Poppins"/>
                <a:ea typeface="Poppins"/>
                <a:cs typeface="Poppins"/>
                <a:sym typeface="Poppins"/>
              </a:rPr>
              <a:t>IT224 - WEB SYSTEMS AND TECHNOLOGIES </a:t>
            </a:r>
            <a:endParaRPr b="1" i="0" sz="2300" u="none" cap="none" strike="noStrike">
              <a:solidFill>
                <a:schemeClr val="dk2"/>
              </a:solidFill>
              <a:highlight>
                <a:srgbClr val="FFFFFF"/>
              </a:highlight>
              <a:latin typeface="Poppins"/>
              <a:ea typeface="Poppins"/>
              <a:cs typeface="Poppins"/>
              <a:sym typeface="Poppins"/>
            </a:endParaRPr>
          </a:p>
          <a:p>
            <a:pPr indent="0" lvl="0" marL="0" marR="0" rtl="0" algn="ctr">
              <a:lnSpc>
                <a:spcPct val="107000"/>
              </a:lnSpc>
              <a:spcBef>
                <a:spcPts val="0"/>
              </a:spcBef>
              <a:spcAft>
                <a:spcPts val="0"/>
              </a:spcAft>
              <a:buClr>
                <a:srgbClr val="000000"/>
              </a:buClr>
              <a:buSzPts val="3000"/>
              <a:buFont typeface="Arial"/>
              <a:buNone/>
            </a:pPr>
            <a:r>
              <a:rPr b="1" i="0" lang="en-US" sz="3000" u="none" cap="none" strike="noStrike">
                <a:solidFill>
                  <a:schemeClr val="dk2"/>
                </a:solidFill>
                <a:latin typeface="Poppins"/>
                <a:ea typeface="Poppins"/>
                <a:cs typeface="Poppins"/>
                <a:sym typeface="Poppins"/>
              </a:rPr>
              <a:t> </a:t>
            </a:r>
            <a:endParaRPr b="1" i="0" sz="1400" u="none" cap="none" strike="noStrike">
              <a:solidFill>
                <a:schemeClr val="dk2"/>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grpSp>
        <p:nvGrpSpPr>
          <p:cNvPr id="114" name="Google Shape;114;p2"/>
          <p:cNvGrpSpPr/>
          <p:nvPr/>
        </p:nvGrpSpPr>
        <p:grpSpPr>
          <a:xfrm rot="-5324772">
            <a:off x="16999043" y="6975200"/>
            <a:ext cx="1709316" cy="5081069"/>
            <a:chOff x="0" y="0"/>
            <a:chExt cx="202947" cy="603275"/>
          </a:xfrm>
        </p:grpSpPr>
        <p:sp>
          <p:nvSpPr>
            <p:cNvPr id="115" name="Google Shape;115;p2"/>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2"/>
            <p:cNvSpPr txBox="1"/>
            <p:nvPr/>
          </p:nvSpPr>
          <p:spPr>
            <a:xfrm>
              <a:off x="31710" y="222942"/>
              <a:ext cx="139526" cy="337242"/>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17" name="Google Shape;117;p2"/>
          <p:cNvGrpSpPr/>
          <p:nvPr/>
        </p:nvGrpSpPr>
        <p:grpSpPr>
          <a:xfrm>
            <a:off x="11351092" y="6834581"/>
            <a:ext cx="11469726" cy="3772983"/>
            <a:chOff x="0" y="-48823"/>
            <a:chExt cx="202947" cy="66758"/>
          </a:xfrm>
        </p:grpSpPr>
        <p:sp>
          <p:nvSpPr>
            <p:cNvPr id="118" name="Google Shape;118;p2"/>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2"/>
            <p:cNvSpPr txBox="1"/>
            <p:nvPr/>
          </p:nvSpPr>
          <p:spPr>
            <a:xfrm>
              <a:off x="31710" y="-48823"/>
              <a:ext cx="139526" cy="65477"/>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0" name="Google Shape;120;p2"/>
          <p:cNvGrpSpPr/>
          <p:nvPr/>
        </p:nvGrpSpPr>
        <p:grpSpPr>
          <a:xfrm rot="5475227">
            <a:off x="770024" y="-1898208"/>
            <a:ext cx="1709316" cy="5081069"/>
            <a:chOff x="0" y="0"/>
            <a:chExt cx="202947" cy="603275"/>
          </a:xfrm>
        </p:grpSpPr>
        <p:sp>
          <p:nvSpPr>
            <p:cNvPr id="121" name="Google Shape;121;p2"/>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2"/>
            <p:cNvSpPr txBox="1"/>
            <p:nvPr/>
          </p:nvSpPr>
          <p:spPr>
            <a:xfrm>
              <a:off x="31710" y="222942"/>
              <a:ext cx="139526" cy="337242"/>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2"/>
          <p:cNvGrpSpPr/>
          <p:nvPr/>
        </p:nvGrpSpPr>
        <p:grpSpPr>
          <a:xfrm rot="10800000">
            <a:off x="-3342435" y="-449503"/>
            <a:ext cx="11469726" cy="3772983"/>
            <a:chOff x="0" y="-48823"/>
            <a:chExt cx="202947" cy="66758"/>
          </a:xfrm>
        </p:grpSpPr>
        <p:sp>
          <p:nvSpPr>
            <p:cNvPr id="124" name="Google Shape;124;p2"/>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2"/>
            <p:cNvSpPr txBox="1"/>
            <p:nvPr/>
          </p:nvSpPr>
          <p:spPr>
            <a:xfrm>
              <a:off x="31710" y="-48823"/>
              <a:ext cx="139526" cy="65477"/>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6" name="Google Shape;126;p2"/>
          <p:cNvSpPr txBox="1"/>
          <p:nvPr/>
        </p:nvSpPr>
        <p:spPr>
          <a:xfrm>
            <a:off x="1028700" y="914400"/>
            <a:ext cx="162306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999"/>
              <a:buFont typeface="Arial"/>
              <a:buNone/>
            </a:pPr>
            <a:r>
              <a:rPr b="1" lang="en-US" sz="3999">
                <a:solidFill>
                  <a:srgbClr val="131268"/>
                </a:solidFill>
                <a:latin typeface="Poppins Black"/>
                <a:ea typeface="Poppins Black"/>
                <a:cs typeface="Poppins Black"/>
                <a:sym typeface="Poppins Black"/>
              </a:rPr>
              <a:t>PURPOSE OF THE APPLICATION</a:t>
            </a:r>
            <a:endParaRPr b="0" i="0" sz="1400" u="none" cap="none" strike="noStrike">
              <a:solidFill>
                <a:srgbClr val="000000"/>
              </a:solidFill>
              <a:latin typeface="Arial"/>
              <a:ea typeface="Arial"/>
              <a:cs typeface="Arial"/>
              <a:sym typeface="Arial"/>
            </a:endParaRPr>
          </a:p>
        </p:txBody>
      </p:sp>
      <p:sp>
        <p:nvSpPr>
          <p:cNvPr id="127" name="Google Shape;127;p2"/>
          <p:cNvSpPr txBox="1"/>
          <p:nvPr/>
        </p:nvSpPr>
        <p:spPr>
          <a:xfrm>
            <a:off x="16441144" y="9685020"/>
            <a:ext cx="1403100" cy="9558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chemeClr val="dk1"/>
              </a:buClr>
              <a:buSzPts val="3000"/>
              <a:buFont typeface="Arial"/>
              <a:buNone/>
            </a:pPr>
            <a:r>
              <a:rPr b="1" i="0" lang="en-US" sz="3000" u="none" cap="none" strike="noStrike">
                <a:solidFill>
                  <a:schemeClr val="lt1"/>
                </a:solidFill>
                <a:latin typeface="Poppins"/>
                <a:ea typeface="Poppins"/>
                <a:cs typeface="Poppins"/>
                <a:sym typeface="Poppins"/>
              </a:rPr>
              <a:t>IT2R6</a:t>
            </a:r>
            <a:endParaRPr b="0" i="0" sz="1400" u="none" cap="none" strike="noStrike">
              <a:solidFill>
                <a:schemeClr val="dk1"/>
              </a:solidFill>
              <a:latin typeface="Arial"/>
              <a:ea typeface="Arial"/>
              <a:cs typeface="Arial"/>
              <a:sym typeface="Arial"/>
            </a:endParaRPr>
          </a:p>
          <a:p>
            <a:pPr indent="0" lvl="0" marL="0" marR="0" rtl="0" algn="ctr">
              <a:lnSpc>
                <a:spcPct val="107000"/>
              </a:lnSpc>
              <a:spcBef>
                <a:spcPts val="0"/>
              </a:spcBef>
              <a:spcAft>
                <a:spcPts val="0"/>
              </a:spcAft>
              <a:buClr>
                <a:srgbClr val="000000"/>
              </a:buClr>
              <a:buSzPts val="3000"/>
              <a:buFont typeface="Arial"/>
              <a:buNone/>
            </a:pPr>
            <a:r>
              <a:t/>
            </a:r>
            <a:endParaRPr b="1" i="0" sz="3000" u="none" cap="none" strike="noStrike">
              <a:solidFill>
                <a:srgbClr val="FFFFFF"/>
              </a:solidFill>
              <a:latin typeface="Poppins"/>
              <a:ea typeface="Poppins"/>
              <a:cs typeface="Poppins"/>
              <a:sym typeface="Poppins"/>
            </a:endParaRPr>
          </a:p>
        </p:txBody>
      </p:sp>
      <p:sp>
        <p:nvSpPr>
          <p:cNvPr id="128" name="Google Shape;128;p2"/>
          <p:cNvSpPr txBox="1"/>
          <p:nvPr/>
        </p:nvSpPr>
        <p:spPr>
          <a:xfrm>
            <a:off x="14991428" y="10078720"/>
            <a:ext cx="4283400" cy="6279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OF DATABASE SYSTEM</a:t>
            </a:r>
            <a:endParaRPr b="0" i="0" sz="1400" u="none" cap="none" strike="noStrike">
              <a:solidFill>
                <a:schemeClr val="dk1"/>
              </a:solidFill>
              <a:latin typeface="Arial"/>
              <a:ea typeface="Arial"/>
              <a:cs typeface="Arial"/>
              <a:sym typeface="Arial"/>
            </a:endParaRPr>
          </a:p>
          <a:p>
            <a:pPr indent="0" lvl="0" marL="0" marR="0" rtl="0" algn="ctr">
              <a:lnSpc>
                <a:spcPct val="107005"/>
              </a:lnSpc>
              <a:spcBef>
                <a:spcPts val="0"/>
              </a:spcBef>
              <a:spcAft>
                <a:spcPts val="0"/>
              </a:spcAft>
              <a:buClr>
                <a:schemeClr val="dk1"/>
              </a:buClr>
              <a:buSzPts val="1299"/>
              <a:buFont typeface="Arial"/>
              <a:buNone/>
            </a:pPr>
            <a:r>
              <a:t/>
            </a:r>
            <a:endParaRPr b="1" i="0" sz="1299" u="none" cap="none" strike="noStrike">
              <a:solidFill>
                <a:schemeClr val="lt1"/>
              </a:solidFill>
              <a:latin typeface="Poppins"/>
              <a:ea typeface="Poppins"/>
              <a:cs typeface="Poppins"/>
              <a:sym typeface="Poppins"/>
            </a:endParaRPr>
          </a:p>
          <a:p>
            <a:pPr indent="0" lvl="0" marL="0" marR="0" rtl="0" algn="ctr">
              <a:lnSpc>
                <a:spcPct val="107005"/>
              </a:lnSpc>
              <a:spcBef>
                <a:spcPts val="0"/>
              </a:spcBef>
              <a:spcAft>
                <a:spcPts val="0"/>
              </a:spcAft>
              <a:buClr>
                <a:srgbClr val="000000"/>
              </a:buClr>
              <a:buSzPts val="1299"/>
              <a:buFont typeface="Arial"/>
              <a:buNone/>
            </a:pPr>
            <a:r>
              <a:t/>
            </a:r>
            <a:endParaRPr b="1" i="0" sz="1299" u="none" cap="none" strike="noStrike">
              <a:solidFill>
                <a:srgbClr val="FFFFFF"/>
              </a:solidFill>
              <a:latin typeface="Poppins"/>
              <a:ea typeface="Poppins"/>
              <a:cs typeface="Poppins"/>
              <a:sym typeface="Poppins"/>
            </a:endParaRPr>
          </a:p>
        </p:txBody>
      </p:sp>
      <p:sp>
        <p:nvSpPr>
          <p:cNvPr id="129" name="Google Shape;129;p2"/>
          <p:cNvSpPr txBox="1"/>
          <p:nvPr/>
        </p:nvSpPr>
        <p:spPr>
          <a:xfrm>
            <a:off x="793950" y="2801300"/>
            <a:ext cx="16700100" cy="6367500"/>
          </a:xfrm>
          <a:prstGeom prst="rect">
            <a:avLst/>
          </a:prstGeom>
          <a:noFill/>
          <a:ln>
            <a:noFill/>
          </a:ln>
        </p:spPr>
        <p:txBody>
          <a:bodyPr anchorCtr="0" anchor="t" bIns="91425" lIns="91425" spcFirstLastPara="1" rIns="91425" wrap="square" tIns="91425">
            <a:noAutofit/>
          </a:bodyPr>
          <a:lstStyle/>
          <a:p>
            <a:pPr indent="457200" lvl="0" marL="0" marR="0" rtl="0" algn="just">
              <a:lnSpc>
                <a:spcPct val="115000"/>
              </a:lnSpc>
              <a:spcBef>
                <a:spcPts val="1200"/>
              </a:spcBef>
              <a:spcAft>
                <a:spcPts val="0"/>
              </a:spcAft>
              <a:buClr>
                <a:schemeClr val="dk1"/>
              </a:buClr>
              <a:buSzPts val="1100"/>
              <a:buFont typeface="Arial"/>
              <a:buNone/>
            </a:pPr>
            <a:r>
              <a:rPr lang="en-US" sz="3200">
                <a:solidFill>
                  <a:schemeClr val="dk1"/>
                </a:solidFill>
                <a:latin typeface="Poppins"/>
                <a:ea typeface="Poppins"/>
                <a:cs typeface="Poppins"/>
                <a:sym typeface="Poppins"/>
              </a:rPr>
              <a:t>The Hospital/WellMeadows Information System was developed to provide a centralized and web-based platform for managing the daily operations of the hospital. The system aims to improve the management of patient records, staff information, appointments, ward and bed assignments, medication tracking, and hospital supply monitoring through a Laravel-based application integrated with a database system. By automating these processes, the system helps reduce data redundancy, improve accessibility of information, and support faster and more efficient hospital services for both staff and patients. </a:t>
            </a:r>
            <a:endParaRPr i="0" sz="3200" u="none" cap="none" strike="noStrike">
              <a:solidFill>
                <a:schemeClr val="dk1"/>
              </a:solidFill>
              <a:latin typeface="Poppins"/>
              <a:ea typeface="Poppins"/>
              <a:cs typeface="Poppins"/>
              <a:sym typeface="Poppins"/>
            </a:endParaRPr>
          </a:p>
          <a:p>
            <a:pPr indent="0" lvl="0" marL="0" marR="0" rtl="0" algn="just">
              <a:lnSpc>
                <a:spcPct val="150000"/>
              </a:lnSpc>
              <a:spcBef>
                <a:spcPts val="1200"/>
              </a:spcBef>
              <a:spcAft>
                <a:spcPts val="0"/>
              </a:spcAft>
              <a:buClr>
                <a:srgbClr val="000000"/>
              </a:buClr>
              <a:buSzPts val="4200"/>
              <a:buFont typeface="Arial"/>
              <a:buNone/>
            </a:pPr>
            <a:r>
              <a:t/>
            </a:r>
            <a:endParaRPr b="1" i="0" sz="32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g3ea0008f8c4_0_1"/>
          <p:cNvGrpSpPr/>
          <p:nvPr/>
        </p:nvGrpSpPr>
        <p:grpSpPr>
          <a:xfrm rot="-5324770">
            <a:off x="16999052" y="6975185"/>
            <a:ext cx="1709324" cy="5081094"/>
            <a:chOff x="0" y="0"/>
            <a:chExt cx="202947" cy="603275"/>
          </a:xfrm>
        </p:grpSpPr>
        <p:sp>
          <p:nvSpPr>
            <p:cNvPr id="135" name="Google Shape;135;g3ea0008f8c4_0_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 name="Google Shape;136;g3ea0008f8c4_0_1"/>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7" name="Google Shape;137;g3ea0008f8c4_0_1"/>
          <p:cNvGrpSpPr/>
          <p:nvPr/>
        </p:nvGrpSpPr>
        <p:grpSpPr>
          <a:xfrm>
            <a:off x="11351092" y="6834582"/>
            <a:ext cx="11469732" cy="3772982"/>
            <a:chOff x="0" y="-48823"/>
            <a:chExt cx="202947" cy="66758"/>
          </a:xfrm>
        </p:grpSpPr>
        <p:sp>
          <p:nvSpPr>
            <p:cNvPr id="138" name="Google Shape;138;g3ea0008f8c4_0_1"/>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g3ea0008f8c4_0_1"/>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0" name="Google Shape;140;g3ea0008f8c4_0_1"/>
          <p:cNvGrpSpPr/>
          <p:nvPr/>
        </p:nvGrpSpPr>
        <p:grpSpPr>
          <a:xfrm rot="5475230">
            <a:off x="770007" y="-1898219"/>
            <a:ext cx="1709324" cy="5081094"/>
            <a:chOff x="0" y="0"/>
            <a:chExt cx="202947" cy="603275"/>
          </a:xfrm>
        </p:grpSpPr>
        <p:sp>
          <p:nvSpPr>
            <p:cNvPr id="141" name="Google Shape;141;g3ea0008f8c4_0_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 name="Google Shape;142;g3ea0008f8c4_0_1"/>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3" name="Google Shape;143;g3ea0008f8c4_0_1"/>
          <p:cNvGrpSpPr/>
          <p:nvPr/>
        </p:nvGrpSpPr>
        <p:grpSpPr>
          <a:xfrm rot="10800000">
            <a:off x="-3342441" y="-449503"/>
            <a:ext cx="11469732" cy="3772982"/>
            <a:chOff x="0" y="-48823"/>
            <a:chExt cx="202947" cy="66758"/>
          </a:xfrm>
        </p:grpSpPr>
        <p:sp>
          <p:nvSpPr>
            <p:cNvPr id="144" name="Google Shape;144;g3ea0008f8c4_0_1"/>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g3ea0008f8c4_0_1"/>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6" name="Google Shape;146;g3ea0008f8c4_0_1"/>
          <p:cNvSpPr txBox="1"/>
          <p:nvPr/>
        </p:nvSpPr>
        <p:spPr>
          <a:xfrm>
            <a:off x="1028700" y="914400"/>
            <a:ext cx="162306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999"/>
              <a:buFont typeface="Arial"/>
              <a:buNone/>
            </a:pPr>
            <a:r>
              <a:rPr b="1" lang="en-US" sz="3999">
                <a:solidFill>
                  <a:srgbClr val="131268"/>
                </a:solidFill>
                <a:latin typeface="Poppins Black"/>
                <a:ea typeface="Poppins Black"/>
                <a:cs typeface="Poppins Black"/>
                <a:sym typeface="Poppins Black"/>
              </a:rPr>
              <a:t>TARGET USERS AND INTENDED USE OF THE SYSTEM</a:t>
            </a:r>
            <a:endParaRPr b="0" i="0" sz="1400" u="none" cap="none" strike="noStrike">
              <a:solidFill>
                <a:srgbClr val="000000"/>
              </a:solidFill>
              <a:latin typeface="Arial"/>
              <a:ea typeface="Arial"/>
              <a:cs typeface="Arial"/>
              <a:sym typeface="Arial"/>
            </a:endParaRPr>
          </a:p>
        </p:txBody>
      </p:sp>
      <p:sp>
        <p:nvSpPr>
          <p:cNvPr id="147" name="Google Shape;147;g3ea0008f8c4_0_1"/>
          <p:cNvSpPr txBox="1"/>
          <p:nvPr/>
        </p:nvSpPr>
        <p:spPr>
          <a:xfrm>
            <a:off x="16441144" y="9685020"/>
            <a:ext cx="1403100" cy="9558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chemeClr val="dk1"/>
              </a:buClr>
              <a:buSzPts val="3000"/>
              <a:buFont typeface="Arial"/>
              <a:buNone/>
            </a:pPr>
            <a:r>
              <a:rPr b="1" i="0" lang="en-US" sz="3000" u="none" cap="none" strike="noStrike">
                <a:solidFill>
                  <a:schemeClr val="lt1"/>
                </a:solidFill>
                <a:latin typeface="Poppins"/>
                <a:ea typeface="Poppins"/>
                <a:cs typeface="Poppins"/>
                <a:sym typeface="Poppins"/>
              </a:rPr>
              <a:t>IT2R6</a:t>
            </a:r>
            <a:endParaRPr b="0" i="0" sz="1400" u="none" cap="none" strike="noStrike">
              <a:solidFill>
                <a:schemeClr val="dk1"/>
              </a:solidFill>
              <a:latin typeface="Arial"/>
              <a:ea typeface="Arial"/>
              <a:cs typeface="Arial"/>
              <a:sym typeface="Arial"/>
            </a:endParaRPr>
          </a:p>
          <a:p>
            <a:pPr indent="0" lvl="0" marL="0" marR="0" rtl="0" algn="ctr">
              <a:lnSpc>
                <a:spcPct val="107000"/>
              </a:lnSpc>
              <a:spcBef>
                <a:spcPts val="0"/>
              </a:spcBef>
              <a:spcAft>
                <a:spcPts val="0"/>
              </a:spcAft>
              <a:buClr>
                <a:srgbClr val="000000"/>
              </a:buClr>
              <a:buSzPts val="3000"/>
              <a:buFont typeface="Arial"/>
              <a:buNone/>
            </a:pPr>
            <a:r>
              <a:t/>
            </a:r>
            <a:endParaRPr b="1" i="0" sz="3000" u="none" cap="none" strike="noStrike">
              <a:solidFill>
                <a:srgbClr val="FFFFFF"/>
              </a:solidFill>
              <a:latin typeface="Poppins"/>
              <a:ea typeface="Poppins"/>
              <a:cs typeface="Poppins"/>
              <a:sym typeface="Poppins"/>
            </a:endParaRPr>
          </a:p>
        </p:txBody>
      </p:sp>
      <p:sp>
        <p:nvSpPr>
          <p:cNvPr id="148" name="Google Shape;148;g3ea0008f8c4_0_1"/>
          <p:cNvSpPr txBox="1"/>
          <p:nvPr/>
        </p:nvSpPr>
        <p:spPr>
          <a:xfrm>
            <a:off x="14991428" y="10078720"/>
            <a:ext cx="4283400" cy="6279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OF DATABASE SYSTEM</a:t>
            </a:r>
            <a:endParaRPr b="0" i="0" sz="1400" u="none" cap="none" strike="noStrike">
              <a:solidFill>
                <a:schemeClr val="dk1"/>
              </a:solidFill>
              <a:latin typeface="Arial"/>
              <a:ea typeface="Arial"/>
              <a:cs typeface="Arial"/>
              <a:sym typeface="Arial"/>
            </a:endParaRPr>
          </a:p>
          <a:p>
            <a:pPr indent="0" lvl="0" marL="0" marR="0" rtl="0" algn="ctr">
              <a:lnSpc>
                <a:spcPct val="107005"/>
              </a:lnSpc>
              <a:spcBef>
                <a:spcPts val="0"/>
              </a:spcBef>
              <a:spcAft>
                <a:spcPts val="0"/>
              </a:spcAft>
              <a:buClr>
                <a:schemeClr val="dk1"/>
              </a:buClr>
              <a:buSzPts val="1299"/>
              <a:buFont typeface="Arial"/>
              <a:buNone/>
            </a:pPr>
            <a:r>
              <a:t/>
            </a:r>
            <a:endParaRPr b="1" i="0" sz="1299" u="none" cap="none" strike="noStrike">
              <a:solidFill>
                <a:schemeClr val="lt1"/>
              </a:solidFill>
              <a:latin typeface="Poppins"/>
              <a:ea typeface="Poppins"/>
              <a:cs typeface="Poppins"/>
              <a:sym typeface="Poppins"/>
            </a:endParaRPr>
          </a:p>
          <a:p>
            <a:pPr indent="0" lvl="0" marL="0" marR="0" rtl="0" algn="ctr">
              <a:lnSpc>
                <a:spcPct val="107005"/>
              </a:lnSpc>
              <a:spcBef>
                <a:spcPts val="0"/>
              </a:spcBef>
              <a:spcAft>
                <a:spcPts val="0"/>
              </a:spcAft>
              <a:buClr>
                <a:srgbClr val="000000"/>
              </a:buClr>
              <a:buSzPts val="1299"/>
              <a:buFont typeface="Arial"/>
              <a:buNone/>
            </a:pPr>
            <a:r>
              <a:t/>
            </a:r>
            <a:endParaRPr b="1" i="0" sz="1299" u="none" cap="none" strike="noStrike">
              <a:solidFill>
                <a:srgbClr val="FFFFFF"/>
              </a:solidFill>
              <a:latin typeface="Poppins"/>
              <a:ea typeface="Poppins"/>
              <a:cs typeface="Poppins"/>
              <a:sym typeface="Poppins"/>
            </a:endParaRPr>
          </a:p>
        </p:txBody>
      </p:sp>
      <p:sp>
        <p:nvSpPr>
          <p:cNvPr id="149" name="Google Shape;149;g3ea0008f8c4_0_1"/>
          <p:cNvSpPr txBox="1"/>
          <p:nvPr/>
        </p:nvSpPr>
        <p:spPr>
          <a:xfrm>
            <a:off x="1028700" y="1812775"/>
            <a:ext cx="16815600" cy="826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3000">
                <a:solidFill>
                  <a:schemeClr val="dk1"/>
                </a:solidFill>
                <a:latin typeface="Poppins"/>
                <a:ea typeface="Poppins"/>
                <a:cs typeface="Poppins"/>
                <a:sym typeface="Poppins"/>
              </a:rPr>
              <a:t>Target Users:</a:t>
            </a:r>
            <a:endParaRPr b="1" sz="3000">
              <a:solidFill>
                <a:schemeClr val="dk1"/>
              </a:solidFill>
              <a:latin typeface="Poppins"/>
              <a:ea typeface="Poppins"/>
              <a:cs typeface="Poppins"/>
              <a:sym typeface="Poppins"/>
            </a:endParaRPr>
          </a:p>
          <a:p>
            <a:pPr indent="-419100" lvl="0" marL="457200" rtl="0" algn="l">
              <a:lnSpc>
                <a:spcPct val="115000"/>
              </a:lnSpc>
              <a:spcBef>
                <a:spcPts val="1200"/>
              </a:spcBef>
              <a:spcAft>
                <a:spcPts val="0"/>
              </a:spcAft>
              <a:buClr>
                <a:schemeClr val="dk1"/>
              </a:buClr>
              <a:buSzPts val="3000"/>
              <a:buChar char="●"/>
            </a:pPr>
            <a:r>
              <a:rPr b="1" lang="en-US" sz="3000">
                <a:solidFill>
                  <a:schemeClr val="dk1"/>
                </a:solidFill>
                <a:latin typeface="Poppins"/>
                <a:ea typeface="Poppins"/>
                <a:cs typeface="Poppins"/>
                <a:sym typeface="Poppins"/>
              </a:rPr>
              <a:t>Clinical Staff</a:t>
            </a:r>
            <a:r>
              <a:rPr lang="en-US" sz="3000">
                <a:solidFill>
                  <a:schemeClr val="dk1"/>
                </a:solidFill>
                <a:latin typeface="Poppins"/>
                <a:ea typeface="Poppins"/>
                <a:cs typeface="Poppins"/>
                <a:sym typeface="Poppins"/>
              </a:rPr>
              <a:t> — responsible for managing patient consultations, treatment details, and medical records.</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Nurses</a:t>
            </a:r>
            <a:r>
              <a:rPr lang="en-US" sz="3000">
                <a:solidFill>
                  <a:schemeClr val="dk1"/>
                </a:solidFill>
                <a:latin typeface="Poppins"/>
                <a:ea typeface="Poppins"/>
                <a:cs typeface="Poppins"/>
                <a:sym typeface="Poppins"/>
              </a:rPr>
              <a:t> — oversee patient care, ward and bed assignments, medication monitoring, and treatment updates.</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Personnel Officer</a:t>
            </a:r>
            <a:r>
              <a:rPr lang="en-US" sz="3000">
                <a:solidFill>
                  <a:schemeClr val="dk1"/>
                </a:solidFill>
                <a:latin typeface="Poppins"/>
                <a:ea typeface="Poppins"/>
                <a:cs typeface="Poppins"/>
                <a:sym typeface="Poppins"/>
              </a:rPr>
              <a:t> — handles staff information, employee assignments, qualifications, and scheduling.</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Medical Director</a:t>
            </a:r>
            <a:r>
              <a:rPr lang="en-US" sz="3000">
                <a:solidFill>
                  <a:schemeClr val="dk1"/>
                </a:solidFill>
                <a:latin typeface="Poppins"/>
                <a:ea typeface="Poppins"/>
                <a:cs typeface="Poppins"/>
                <a:sym typeface="Poppins"/>
              </a:rPr>
              <a:t> — supervises hospital operations, resource management, and overall hospital performance.</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Cashier</a:t>
            </a:r>
            <a:r>
              <a:rPr lang="en-US" sz="3000">
                <a:solidFill>
                  <a:schemeClr val="dk1"/>
                </a:solidFill>
                <a:latin typeface="Poppins"/>
                <a:ea typeface="Poppins"/>
                <a:cs typeface="Poppins"/>
                <a:sym typeface="Poppins"/>
              </a:rPr>
              <a:t> — processes billing, payments, and other financial transactions of patients.</a:t>
            </a:r>
            <a:endParaRPr sz="3000">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n-US" sz="3000">
                <a:solidFill>
                  <a:schemeClr val="dk1"/>
                </a:solidFill>
                <a:latin typeface="Poppins"/>
                <a:ea typeface="Poppins"/>
                <a:cs typeface="Poppins"/>
                <a:sym typeface="Poppins"/>
              </a:rPr>
              <a:t>The system aims to enhance hospital operations by offering quick access to patient data, systematic record management, efficient appointment handling, accurate ward and bed allocation, and improved monitoring of hospital resources through a centralized web-based system.</a:t>
            </a:r>
            <a:endParaRPr sz="3000">
              <a:solidFill>
                <a:schemeClr val="dk1"/>
              </a:solidFill>
              <a:latin typeface="Poppins"/>
              <a:ea typeface="Poppins"/>
              <a:cs typeface="Poppins"/>
              <a:sym typeface="Poppins"/>
            </a:endParaRPr>
          </a:p>
          <a:p>
            <a:pPr indent="457200" lvl="0" marL="0" marR="0" rtl="0" algn="l">
              <a:lnSpc>
                <a:spcPct val="115000"/>
              </a:lnSpc>
              <a:spcBef>
                <a:spcPts val="1200"/>
              </a:spcBef>
              <a:spcAft>
                <a:spcPts val="0"/>
              </a:spcAft>
              <a:buClr>
                <a:srgbClr val="000000"/>
              </a:buClr>
              <a:buSzPts val="3200"/>
              <a:buFont typeface="Arial"/>
              <a:buNone/>
            </a:pPr>
            <a:r>
              <a:t/>
            </a:r>
            <a:endParaRPr b="1" sz="3000">
              <a:solidFill>
                <a:schemeClr val="dk1"/>
              </a:solidFill>
            </a:endParaRPr>
          </a:p>
          <a:p>
            <a:pPr indent="0" lvl="0" marL="0" marR="0" rtl="0" algn="l">
              <a:lnSpc>
                <a:spcPct val="115000"/>
              </a:lnSpc>
              <a:spcBef>
                <a:spcPts val="1200"/>
              </a:spcBef>
              <a:spcAft>
                <a:spcPts val="0"/>
              </a:spcAft>
              <a:buClr>
                <a:srgbClr val="000000"/>
              </a:buClr>
              <a:buSzPts val="3200"/>
              <a:buFont typeface="Arial"/>
              <a:buNone/>
            </a:pPr>
            <a:r>
              <a:t/>
            </a:r>
            <a:endParaRPr b="0" i="0" sz="3000" u="none" cap="none" strike="noStrike">
              <a:solidFill>
                <a:schemeClr val="dk1"/>
              </a:solidFill>
              <a:latin typeface="Arial"/>
              <a:ea typeface="Arial"/>
              <a:cs typeface="Arial"/>
              <a:sym typeface="Arial"/>
            </a:endParaRPr>
          </a:p>
          <a:p>
            <a:pPr indent="0" lvl="0" marL="0" marR="0" rtl="0" algn="just">
              <a:lnSpc>
                <a:spcPct val="150000"/>
              </a:lnSpc>
              <a:spcBef>
                <a:spcPts val="1200"/>
              </a:spcBef>
              <a:spcAft>
                <a:spcPts val="0"/>
              </a:spcAft>
              <a:buClr>
                <a:srgbClr val="000000"/>
              </a:buClr>
              <a:buSzPts val="4200"/>
              <a:buFont typeface="Arial"/>
              <a:buNone/>
            </a:pPr>
            <a:r>
              <a:t/>
            </a:r>
            <a:endParaRPr b="1" i="0" sz="30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pSp>
        <p:nvGrpSpPr>
          <p:cNvPr id="154" name="Google Shape;154;g3ea0008f8c4_0_24"/>
          <p:cNvGrpSpPr/>
          <p:nvPr/>
        </p:nvGrpSpPr>
        <p:grpSpPr>
          <a:xfrm rot="-5324770">
            <a:off x="16999052" y="6975185"/>
            <a:ext cx="1709324" cy="5081094"/>
            <a:chOff x="0" y="0"/>
            <a:chExt cx="202947" cy="603275"/>
          </a:xfrm>
        </p:grpSpPr>
        <p:sp>
          <p:nvSpPr>
            <p:cNvPr id="155" name="Google Shape;155;g3ea0008f8c4_0_24"/>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g3ea0008f8c4_0_24"/>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7" name="Google Shape;157;g3ea0008f8c4_0_24"/>
          <p:cNvGrpSpPr/>
          <p:nvPr/>
        </p:nvGrpSpPr>
        <p:grpSpPr>
          <a:xfrm>
            <a:off x="11351092" y="6834582"/>
            <a:ext cx="11469732" cy="3772982"/>
            <a:chOff x="0" y="-48823"/>
            <a:chExt cx="202947" cy="66758"/>
          </a:xfrm>
        </p:grpSpPr>
        <p:sp>
          <p:nvSpPr>
            <p:cNvPr id="158" name="Google Shape;158;g3ea0008f8c4_0_24"/>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g3ea0008f8c4_0_24"/>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0" name="Google Shape;160;g3ea0008f8c4_0_24"/>
          <p:cNvGrpSpPr/>
          <p:nvPr/>
        </p:nvGrpSpPr>
        <p:grpSpPr>
          <a:xfrm rot="5475230">
            <a:off x="770007" y="-1898219"/>
            <a:ext cx="1709324" cy="5081094"/>
            <a:chOff x="0" y="0"/>
            <a:chExt cx="202947" cy="603275"/>
          </a:xfrm>
        </p:grpSpPr>
        <p:sp>
          <p:nvSpPr>
            <p:cNvPr id="161" name="Google Shape;161;g3ea0008f8c4_0_24"/>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g3ea0008f8c4_0_24"/>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3" name="Google Shape;163;g3ea0008f8c4_0_24"/>
          <p:cNvGrpSpPr/>
          <p:nvPr/>
        </p:nvGrpSpPr>
        <p:grpSpPr>
          <a:xfrm rot="10800000">
            <a:off x="-3342441" y="-449503"/>
            <a:ext cx="11469732" cy="3772982"/>
            <a:chOff x="0" y="-48823"/>
            <a:chExt cx="202947" cy="66758"/>
          </a:xfrm>
        </p:grpSpPr>
        <p:sp>
          <p:nvSpPr>
            <p:cNvPr id="164" name="Google Shape;164;g3ea0008f8c4_0_24"/>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g3ea0008f8c4_0_24"/>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6" name="Google Shape;166;g3ea0008f8c4_0_24"/>
          <p:cNvSpPr txBox="1"/>
          <p:nvPr/>
        </p:nvSpPr>
        <p:spPr>
          <a:xfrm>
            <a:off x="1028700" y="914400"/>
            <a:ext cx="162306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999"/>
              <a:buFont typeface="Arial"/>
              <a:buNone/>
            </a:pPr>
            <a:r>
              <a:rPr b="1" lang="en-US" sz="3999">
                <a:solidFill>
                  <a:srgbClr val="131268"/>
                </a:solidFill>
                <a:latin typeface="Poppins Black"/>
                <a:ea typeface="Poppins Black"/>
                <a:cs typeface="Poppins Black"/>
                <a:sym typeface="Poppins Black"/>
              </a:rPr>
              <a:t>SYSTEM FEATURES AND MODULES</a:t>
            </a:r>
            <a:endParaRPr b="0" i="0" sz="1400" u="none" cap="none" strike="noStrike">
              <a:solidFill>
                <a:srgbClr val="000000"/>
              </a:solidFill>
              <a:latin typeface="Arial"/>
              <a:ea typeface="Arial"/>
              <a:cs typeface="Arial"/>
              <a:sym typeface="Arial"/>
            </a:endParaRPr>
          </a:p>
        </p:txBody>
      </p:sp>
      <p:sp>
        <p:nvSpPr>
          <p:cNvPr id="167" name="Google Shape;167;g3ea0008f8c4_0_24"/>
          <p:cNvSpPr txBox="1"/>
          <p:nvPr/>
        </p:nvSpPr>
        <p:spPr>
          <a:xfrm>
            <a:off x="16441144" y="9685020"/>
            <a:ext cx="1403100" cy="9558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chemeClr val="dk1"/>
              </a:buClr>
              <a:buSzPts val="3000"/>
              <a:buFont typeface="Arial"/>
              <a:buNone/>
            </a:pPr>
            <a:r>
              <a:rPr b="1" i="0" lang="en-US" sz="3000" u="none" cap="none" strike="noStrike">
                <a:solidFill>
                  <a:schemeClr val="lt1"/>
                </a:solidFill>
                <a:latin typeface="Poppins"/>
                <a:ea typeface="Poppins"/>
                <a:cs typeface="Poppins"/>
                <a:sym typeface="Poppins"/>
              </a:rPr>
              <a:t>IT2R6</a:t>
            </a:r>
            <a:endParaRPr b="0" i="0" sz="1400" u="none" cap="none" strike="noStrike">
              <a:solidFill>
                <a:schemeClr val="dk1"/>
              </a:solidFill>
              <a:latin typeface="Arial"/>
              <a:ea typeface="Arial"/>
              <a:cs typeface="Arial"/>
              <a:sym typeface="Arial"/>
            </a:endParaRPr>
          </a:p>
          <a:p>
            <a:pPr indent="0" lvl="0" marL="0" marR="0" rtl="0" algn="ctr">
              <a:lnSpc>
                <a:spcPct val="107000"/>
              </a:lnSpc>
              <a:spcBef>
                <a:spcPts val="0"/>
              </a:spcBef>
              <a:spcAft>
                <a:spcPts val="0"/>
              </a:spcAft>
              <a:buClr>
                <a:srgbClr val="000000"/>
              </a:buClr>
              <a:buSzPts val="3000"/>
              <a:buFont typeface="Arial"/>
              <a:buNone/>
            </a:pPr>
            <a:r>
              <a:t/>
            </a:r>
            <a:endParaRPr b="1" i="0" sz="3000" u="none" cap="none" strike="noStrike">
              <a:solidFill>
                <a:srgbClr val="FFFFFF"/>
              </a:solidFill>
              <a:latin typeface="Poppins"/>
              <a:ea typeface="Poppins"/>
              <a:cs typeface="Poppins"/>
              <a:sym typeface="Poppins"/>
            </a:endParaRPr>
          </a:p>
        </p:txBody>
      </p:sp>
      <p:sp>
        <p:nvSpPr>
          <p:cNvPr id="168" name="Google Shape;168;g3ea0008f8c4_0_24"/>
          <p:cNvSpPr txBox="1"/>
          <p:nvPr/>
        </p:nvSpPr>
        <p:spPr>
          <a:xfrm>
            <a:off x="14991428" y="10078720"/>
            <a:ext cx="4283400" cy="6279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OF DATABASE SYSTEM</a:t>
            </a:r>
            <a:endParaRPr b="0" i="0" sz="1400" u="none" cap="none" strike="noStrike">
              <a:solidFill>
                <a:schemeClr val="dk1"/>
              </a:solidFill>
              <a:latin typeface="Arial"/>
              <a:ea typeface="Arial"/>
              <a:cs typeface="Arial"/>
              <a:sym typeface="Arial"/>
            </a:endParaRPr>
          </a:p>
          <a:p>
            <a:pPr indent="0" lvl="0" marL="0" marR="0" rtl="0" algn="ctr">
              <a:lnSpc>
                <a:spcPct val="107005"/>
              </a:lnSpc>
              <a:spcBef>
                <a:spcPts val="0"/>
              </a:spcBef>
              <a:spcAft>
                <a:spcPts val="0"/>
              </a:spcAft>
              <a:buClr>
                <a:schemeClr val="dk1"/>
              </a:buClr>
              <a:buSzPts val="1299"/>
              <a:buFont typeface="Arial"/>
              <a:buNone/>
            </a:pPr>
            <a:r>
              <a:t/>
            </a:r>
            <a:endParaRPr b="1" i="0" sz="1299" u="none" cap="none" strike="noStrike">
              <a:solidFill>
                <a:schemeClr val="lt1"/>
              </a:solidFill>
              <a:latin typeface="Poppins"/>
              <a:ea typeface="Poppins"/>
              <a:cs typeface="Poppins"/>
              <a:sym typeface="Poppins"/>
            </a:endParaRPr>
          </a:p>
          <a:p>
            <a:pPr indent="0" lvl="0" marL="0" marR="0" rtl="0" algn="ctr">
              <a:lnSpc>
                <a:spcPct val="107005"/>
              </a:lnSpc>
              <a:spcBef>
                <a:spcPts val="0"/>
              </a:spcBef>
              <a:spcAft>
                <a:spcPts val="0"/>
              </a:spcAft>
              <a:buClr>
                <a:srgbClr val="000000"/>
              </a:buClr>
              <a:buSzPts val="1299"/>
              <a:buFont typeface="Arial"/>
              <a:buNone/>
            </a:pPr>
            <a:r>
              <a:t/>
            </a:r>
            <a:endParaRPr b="1" i="0" sz="1299" u="none" cap="none" strike="noStrike">
              <a:solidFill>
                <a:srgbClr val="FFFFFF"/>
              </a:solidFill>
              <a:latin typeface="Poppins"/>
              <a:ea typeface="Poppins"/>
              <a:cs typeface="Poppins"/>
              <a:sym typeface="Poppins"/>
            </a:endParaRPr>
          </a:p>
        </p:txBody>
      </p:sp>
      <p:sp>
        <p:nvSpPr>
          <p:cNvPr id="169" name="Google Shape;169;g3ea0008f8c4_0_24"/>
          <p:cNvSpPr txBox="1"/>
          <p:nvPr/>
        </p:nvSpPr>
        <p:spPr>
          <a:xfrm>
            <a:off x="373050" y="2080850"/>
            <a:ext cx="9156900" cy="7795500"/>
          </a:xfrm>
          <a:prstGeom prst="rect">
            <a:avLst/>
          </a:prstGeom>
          <a:noFill/>
          <a:ln>
            <a:noFill/>
          </a:ln>
        </p:spPr>
        <p:txBody>
          <a:bodyPr anchorCtr="0" anchor="t" bIns="91425" lIns="91425" spcFirstLastPara="1" rIns="91425" wrap="square" tIns="91425">
            <a:spAutoFit/>
          </a:bodyPr>
          <a:lstStyle/>
          <a:p>
            <a:pPr indent="-425450" lvl="0" marL="457200" rtl="0" algn="l">
              <a:lnSpc>
                <a:spcPct val="115000"/>
              </a:lnSpc>
              <a:spcBef>
                <a:spcPts val="1200"/>
              </a:spcBef>
              <a:spcAft>
                <a:spcPts val="0"/>
              </a:spcAft>
              <a:buClr>
                <a:schemeClr val="dk1"/>
              </a:buClr>
              <a:buSzPts val="3100"/>
              <a:buFont typeface="Poppins"/>
              <a:buAutoNum type="arabicPeriod"/>
            </a:pPr>
            <a:r>
              <a:rPr b="1" lang="en-US" sz="3100">
                <a:solidFill>
                  <a:schemeClr val="dk1"/>
                </a:solidFill>
                <a:latin typeface="Poppins"/>
                <a:ea typeface="Poppins"/>
                <a:cs typeface="Poppins"/>
                <a:sym typeface="Poppins"/>
              </a:rPr>
              <a:t>Patient Management Module</a:t>
            </a:r>
            <a:endParaRPr b="1"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Register and update patient information</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Maintain patient medical records</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Track patient admission and discharge details</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AutoNum type="arabicPeriod" startAt="2"/>
            </a:pPr>
            <a:r>
              <a:rPr b="1" lang="en-US" sz="3100">
                <a:solidFill>
                  <a:schemeClr val="dk1"/>
                </a:solidFill>
                <a:latin typeface="Poppins"/>
                <a:ea typeface="Poppins"/>
                <a:cs typeface="Poppins"/>
                <a:sym typeface="Poppins"/>
              </a:rPr>
              <a:t>Staff Management Module</a:t>
            </a:r>
            <a:endParaRPr b="1"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Manage and maintain staff records</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Handle staff schedules and duty assignments</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Assign staff to departments and wards</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AutoNum type="arabicPeriod" startAt="3"/>
            </a:pPr>
            <a:r>
              <a:rPr b="1" lang="en-US" sz="3100">
                <a:solidFill>
                  <a:schemeClr val="dk1"/>
                </a:solidFill>
                <a:latin typeface="Poppins"/>
                <a:ea typeface="Poppins"/>
                <a:cs typeface="Poppins"/>
                <a:sym typeface="Poppins"/>
              </a:rPr>
              <a:t>Ward and Bed Management Module</a:t>
            </a:r>
            <a:endParaRPr b="1"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Manage ward information and details</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Monitor bed availability and occupancy</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Assign beds to admitted patients</a:t>
            </a:r>
            <a:endParaRPr b="0" i="0" sz="3200" u="none" cap="none" strike="noStrike">
              <a:solidFill>
                <a:schemeClr val="dk1"/>
              </a:solidFill>
              <a:latin typeface="Arial"/>
              <a:ea typeface="Arial"/>
              <a:cs typeface="Arial"/>
              <a:sym typeface="Arial"/>
            </a:endParaRPr>
          </a:p>
        </p:txBody>
      </p:sp>
      <p:sp>
        <p:nvSpPr>
          <p:cNvPr id="170" name="Google Shape;170;g3ea0008f8c4_0_24"/>
          <p:cNvSpPr txBox="1"/>
          <p:nvPr/>
        </p:nvSpPr>
        <p:spPr>
          <a:xfrm>
            <a:off x="10230821" y="4032025"/>
            <a:ext cx="9682200" cy="6771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0"/>
              </a:spcAft>
              <a:buNone/>
            </a:pPr>
            <a:r>
              <a:t/>
            </a:r>
            <a:endParaRPr b="1" i="0" sz="3200" u="none" cap="none" strike="noStrike">
              <a:solidFill>
                <a:schemeClr val="dk1"/>
              </a:solidFill>
              <a:latin typeface="Arial"/>
              <a:ea typeface="Arial"/>
              <a:cs typeface="Arial"/>
              <a:sym typeface="Arial"/>
            </a:endParaRPr>
          </a:p>
        </p:txBody>
      </p:sp>
      <p:sp>
        <p:nvSpPr>
          <p:cNvPr id="171" name="Google Shape;171;g3ea0008f8c4_0_24"/>
          <p:cNvSpPr txBox="1"/>
          <p:nvPr/>
        </p:nvSpPr>
        <p:spPr>
          <a:xfrm>
            <a:off x="9140075" y="2258450"/>
            <a:ext cx="8351700" cy="6698100"/>
          </a:xfrm>
          <a:prstGeom prst="rect">
            <a:avLst/>
          </a:prstGeom>
          <a:noFill/>
          <a:ln>
            <a:noFill/>
          </a:ln>
        </p:spPr>
        <p:txBody>
          <a:bodyPr anchorCtr="0" anchor="t" bIns="91425" lIns="91425" spcFirstLastPara="1" rIns="91425" wrap="square" tIns="91425">
            <a:spAutoFit/>
          </a:bodyPr>
          <a:lstStyle/>
          <a:p>
            <a:pPr indent="-425450" lvl="0" marL="457200" rtl="0" algn="l">
              <a:lnSpc>
                <a:spcPct val="115000"/>
              </a:lnSpc>
              <a:spcBef>
                <a:spcPts val="1200"/>
              </a:spcBef>
              <a:spcAft>
                <a:spcPts val="0"/>
              </a:spcAft>
              <a:buClr>
                <a:schemeClr val="dk1"/>
              </a:buClr>
              <a:buSzPts val="3100"/>
              <a:buFont typeface="Poppins"/>
              <a:buAutoNum type="arabicPeriod" startAt="4"/>
            </a:pPr>
            <a:r>
              <a:rPr b="1" lang="en-US" sz="3100">
                <a:solidFill>
                  <a:schemeClr val="dk1"/>
                </a:solidFill>
                <a:latin typeface="Poppins"/>
                <a:ea typeface="Poppins"/>
                <a:cs typeface="Poppins"/>
                <a:sym typeface="Poppins"/>
              </a:rPr>
              <a:t>Appointment and Treatment Module</a:t>
            </a:r>
            <a:endParaRPr b="1"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Schedule and manage patient appointments</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Record diagnosis, treatments, and patient care details</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AutoNum type="arabicPeriod" startAt="5"/>
            </a:pPr>
            <a:r>
              <a:rPr b="1" lang="en-US" sz="3100">
                <a:solidFill>
                  <a:schemeClr val="dk1"/>
                </a:solidFill>
                <a:latin typeface="Poppins"/>
                <a:ea typeface="Poppins"/>
                <a:cs typeface="Poppins"/>
                <a:sym typeface="Poppins"/>
              </a:rPr>
              <a:t>Billing and Reporting Module</a:t>
            </a:r>
            <a:endParaRPr b="1"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Manage patient billing and payment transactions</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Generate reports for patients, staff, appointments, and hospital operations</a:t>
            </a:r>
            <a:endParaRPr sz="3100">
              <a:solidFill>
                <a:schemeClr val="dk1"/>
              </a:solidFill>
              <a:latin typeface="Poppins"/>
              <a:ea typeface="Poppins"/>
              <a:cs typeface="Poppins"/>
              <a:sym typeface="Poppins"/>
            </a:endParaRPr>
          </a:p>
          <a:p>
            <a:pPr indent="-425450" lvl="0" marL="457200" rtl="0" algn="l">
              <a:lnSpc>
                <a:spcPct val="115000"/>
              </a:lnSpc>
              <a:spcBef>
                <a:spcPts val="0"/>
              </a:spcBef>
              <a:spcAft>
                <a:spcPts val="0"/>
              </a:spcAft>
              <a:buClr>
                <a:schemeClr val="dk1"/>
              </a:buClr>
              <a:buSzPts val="3100"/>
              <a:buFont typeface="Poppins"/>
              <a:buChar char="●"/>
            </a:pPr>
            <a:r>
              <a:rPr lang="en-US" sz="3100">
                <a:solidFill>
                  <a:schemeClr val="dk1"/>
                </a:solidFill>
                <a:latin typeface="Poppins"/>
                <a:ea typeface="Poppins"/>
                <a:cs typeface="Poppins"/>
                <a:sym typeface="Poppins"/>
              </a:rPr>
              <a:t>Provide organized summaries for monitoring and decision-making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grpSp>
        <p:nvGrpSpPr>
          <p:cNvPr id="176" name="Google Shape;176;g3ea0008f8c4_0_73"/>
          <p:cNvGrpSpPr/>
          <p:nvPr/>
        </p:nvGrpSpPr>
        <p:grpSpPr>
          <a:xfrm rot="-5324770">
            <a:off x="16999052" y="6975185"/>
            <a:ext cx="1709324" cy="5081094"/>
            <a:chOff x="0" y="0"/>
            <a:chExt cx="202947" cy="603275"/>
          </a:xfrm>
        </p:grpSpPr>
        <p:sp>
          <p:nvSpPr>
            <p:cNvPr id="177" name="Google Shape;177;g3ea0008f8c4_0_73"/>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g3ea0008f8c4_0_73"/>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g3ea0008f8c4_0_73"/>
          <p:cNvGrpSpPr/>
          <p:nvPr/>
        </p:nvGrpSpPr>
        <p:grpSpPr>
          <a:xfrm>
            <a:off x="11351092" y="6834582"/>
            <a:ext cx="11469732" cy="3772982"/>
            <a:chOff x="0" y="-48823"/>
            <a:chExt cx="202947" cy="66758"/>
          </a:xfrm>
        </p:grpSpPr>
        <p:sp>
          <p:nvSpPr>
            <p:cNvPr id="180" name="Google Shape;180;g3ea0008f8c4_0_73"/>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g3ea0008f8c4_0_73"/>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g3ea0008f8c4_0_73"/>
          <p:cNvGrpSpPr/>
          <p:nvPr/>
        </p:nvGrpSpPr>
        <p:grpSpPr>
          <a:xfrm rot="5475230">
            <a:off x="770007" y="-1898219"/>
            <a:ext cx="1709324" cy="5081094"/>
            <a:chOff x="0" y="0"/>
            <a:chExt cx="202947" cy="603275"/>
          </a:xfrm>
        </p:grpSpPr>
        <p:sp>
          <p:nvSpPr>
            <p:cNvPr id="183" name="Google Shape;183;g3ea0008f8c4_0_73"/>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g3ea0008f8c4_0_73"/>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g3ea0008f8c4_0_73"/>
          <p:cNvGrpSpPr/>
          <p:nvPr/>
        </p:nvGrpSpPr>
        <p:grpSpPr>
          <a:xfrm rot="10800000">
            <a:off x="-3342441" y="-449503"/>
            <a:ext cx="11469732" cy="3772982"/>
            <a:chOff x="0" y="-48823"/>
            <a:chExt cx="202947" cy="66758"/>
          </a:xfrm>
        </p:grpSpPr>
        <p:sp>
          <p:nvSpPr>
            <p:cNvPr id="186" name="Google Shape;186;g3ea0008f8c4_0_73"/>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7" name="Google Shape;187;g3ea0008f8c4_0_73"/>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g3ea0008f8c4_0_73"/>
          <p:cNvSpPr txBox="1"/>
          <p:nvPr/>
        </p:nvSpPr>
        <p:spPr>
          <a:xfrm>
            <a:off x="1028700" y="914400"/>
            <a:ext cx="162306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999"/>
              <a:buFont typeface="Arial"/>
              <a:buNone/>
            </a:pPr>
            <a:r>
              <a:rPr b="1" lang="en-US" sz="3999">
                <a:solidFill>
                  <a:srgbClr val="131268"/>
                </a:solidFill>
                <a:latin typeface="Poppins Black"/>
                <a:ea typeface="Poppins Black"/>
                <a:cs typeface="Poppins Black"/>
                <a:sym typeface="Poppins Black"/>
              </a:rPr>
              <a:t>TECHNOLOGIES USED</a:t>
            </a:r>
            <a:endParaRPr b="0" i="0" sz="1400" u="none" cap="none" strike="noStrike">
              <a:solidFill>
                <a:srgbClr val="000000"/>
              </a:solidFill>
              <a:latin typeface="Arial"/>
              <a:ea typeface="Arial"/>
              <a:cs typeface="Arial"/>
              <a:sym typeface="Arial"/>
            </a:endParaRPr>
          </a:p>
        </p:txBody>
      </p:sp>
      <p:sp>
        <p:nvSpPr>
          <p:cNvPr id="189" name="Google Shape;189;g3ea0008f8c4_0_73"/>
          <p:cNvSpPr txBox="1"/>
          <p:nvPr/>
        </p:nvSpPr>
        <p:spPr>
          <a:xfrm>
            <a:off x="16441144" y="9685020"/>
            <a:ext cx="1403100" cy="9558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chemeClr val="dk1"/>
              </a:buClr>
              <a:buSzPts val="3000"/>
              <a:buFont typeface="Arial"/>
              <a:buNone/>
            </a:pPr>
            <a:r>
              <a:rPr b="1" i="0" lang="en-US" sz="3000" u="none" cap="none" strike="noStrike">
                <a:solidFill>
                  <a:schemeClr val="lt1"/>
                </a:solidFill>
                <a:latin typeface="Poppins"/>
                <a:ea typeface="Poppins"/>
                <a:cs typeface="Poppins"/>
                <a:sym typeface="Poppins"/>
              </a:rPr>
              <a:t>IT2R6</a:t>
            </a:r>
            <a:endParaRPr b="0" i="0" sz="1400" u="none" cap="none" strike="noStrike">
              <a:solidFill>
                <a:schemeClr val="dk1"/>
              </a:solidFill>
              <a:latin typeface="Arial"/>
              <a:ea typeface="Arial"/>
              <a:cs typeface="Arial"/>
              <a:sym typeface="Arial"/>
            </a:endParaRPr>
          </a:p>
          <a:p>
            <a:pPr indent="0" lvl="0" marL="0" marR="0" rtl="0" algn="ctr">
              <a:lnSpc>
                <a:spcPct val="107000"/>
              </a:lnSpc>
              <a:spcBef>
                <a:spcPts val="0"/>
              </a:spcBef>
              <a:spcAft>
                <a:spcPts val="0"/>
              </a:spcAft>
              <a:buClr>
                <a:srgbClr val="000000"/>
              </a:buClr>
              <a:buSzPts val="3000"/>
              <a:buFont typeface="Arial"/>
              <a:buNone/>
            </a:pPr>
            <a:r>
              <a:t/>
            </a:r>
            <a:endParaRPr b="1" i="0" sz="3000" u="none" cap="none" strike="noStrike">
              <a:solidFill>
                <a:srgbClr val="FFFFFF"/>
              </a:solidFill>
              <a:latin typeface="Poppins"/>
              <a:ea typeface="Poppins"/>
              <a:cs typeface="Poppins"/>
              <a:sym typeface="Poppins"/>
            </a:endParaRPr>
          </a:p>
        </p:txBody>
      </p:sp>
      <p:sp>
        <p:nvSpPr>
          <p:cNvPr id="190" name="Google Shape;190;g3ea0008f8c4_0_73"/>
          <p:cNvSpPr txBox="1"/>
          <p:nvPr/>
        </p:nvSpPr>
        <p:spPr>
          <a:xfrm>
            <a:off x="14991428" y="10078720"/>
            <a:ext cx="4283400" cy="6279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OF DATABASE SYSTEM</a:t>
            </a:r>
            <a:endParaRPr b="0" i="0" sz="1400" u="none" cap="none" strike="noStrike">
              <a:solidFill>
                <a:schemeClr val="dk1"/>
              </a:solidFill>
              <a:latin typeface="Arial"/>
              <a:ea typeface="Arial"/>
              <a:cs typeface="Arial"/>
              <a:sym typeface="Arial"/>
            </a:endParaRPr>
          </a:p>
          <a:p>
            <a:pPr indent="0" lvl="0" marL="0" marR="0" rtl="0" algn="ctr">
              <a:lnSpc>
                <a:spcPct val="107005"/>
              </a:lnSpc>
              <a:spcBef>
                <a:spcPts val="0"/>
              </a:spcBef>
              <a:spcAft>
                <a:spcPts val="0"/>
              </a:spcAft>
              <a:buClr>
                <a:schemeClr val="dk1"/>
              </a:buClr>
              <a:buSzPts val="1299"/>
              <a:buFont typeface="Arial"/>
              <a:buNone/>
            </a:pPr>
            <a:r>
              <a:t/>
            </a:r>
            <a:endParaRPr b="1" i="0" sz="1299" u="none" cap="none" strike="noStrike">
              <a:solidFill>
                <a:schemeClr val="lt1"/>
              </a:solidFill>
              <a:latin typeface="Poppins"/>
              <a:ea typeface="Poppins"/>
              <a:cs typeface="Poppins"/>
              <a:sym typeface="Poppins"/>
            </a:endParaRPr>
          </a:p>
          <a:p>
            <a:pPr indent="0" lvl="0" marL="0" marR="0" rtl="0" algn="ctr">
              <a:lnSpc>
                <a:spcPct val="107005"/>
              </a:lnSpc>
              <a:spcBef>
                <a:spcPts val="0"/>
              </a:spcBef>
              <a:spcAft>
                <a:spcPts val="0"/>
              </a:spcAft>
              <a:buClr>
                <a:srgbClr val="000000"/>
              </a:buClr>
              <a:buSzPts val="1299"/>
              <a:buFont typeface="Arial"/>
              <a:buNone/>
            </a:pPr>
            <a:r>
              <a:t/>
            </a:r>
            <a:endParaRPr b="1" i="0" sz="1299" u="none" cap="none" strike="noStrike">
              <a:solidFill>
                <a:srgbClr val="FFFFFF"/>
              </a:solidFill>
              <a:latin typeface="Poppins"/>
              <a:ea typeface="Poppins"/>
              <a:cs typeface="Poppins"/>
              <a:sym typeface="Poppins"/>
            </a:endParaRPr>
          </a:p>
        </p:txBody>
      </p:sp>
      <p:sp>
        <p:nvSpPr>
          <p:cNvPr id="191" name="Google Shape;191;g3ea0008f8c4_0_73"/>
          <p:cNvSpPr txBox="1"/>
          <p:nvPr/>
        </p:nvSpPr>
        <p:spPr>
          <a:xfrm>
            <a:off x="559700" y="1530000"/>
            <a:ext cx="17542800" cy="182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3200">
                <a:solidFill>
                  <a:schemeClr val="dk1"/>
                </a:solidFill>
                <a:latin typeface="Poppins"/>
                <a:ea typeface="Poppins"/>
                <a:cs typeface="Poppins"/>
                <a:sym typeface="Poppins"/>
              </a:rPr>
              <a:t>Frontend Technologies</a:t>
            </a:r>
            <a:endParaRPr b="1" sz="3200">
              <a:solidFill>
                <a:schemeClr val="dk1"/>
              </a:solidFill>
              <a:latin typeface="Poppins"/>
              <a:ea typeface="Poppins"/>
              <a:cs typeface="Poppins"/>
              <a:sym typeface="Poppins"/>
            </a:endParaRPr>
          </a:p>
          <a:p>
            <a:pPr indent="-419100" lvl="0" marL="457200" rtl="0" algn="l">
              <a:lnSpc>
                <a:spcPct val="115000"/>
              </a:lnSpc>
              <a:spcBef>
                <a:spcPts val="1200"/>
              </a:spcBef>
              <a:spcAft>
                <a:spcPts val="0"/>
              </a:spcAft>
              <a:buClr>
                <a:schemeClr val="dk1"/>
              </a:buClr>
              <a:buSzPts val="3000"/>
              <a:buChar char="●"/>
            </a:pPr>
            <a:r>
              <a:rPr b="1" lang="en-US" sz="3000">
                <a:solidFill>
                  <a:schemeClr val="dk1"/>
                </a:solidFill>
                <a:latin typeface="Poppins"/>
                <a:ea typeface="Poppins"/>
                <a:cs typeface="Poppins"/>
                <a:sym typeface="Poppins"/>
              </a:rPr>
              <a:t>Blade (Laravel Views)</a:t>
            </a:r>
            <a:r>
              <a:rPr lang="en-US" sz="3000">
                <a:solidFill>
                  <a:schemeClr val="dk1"/>
                </a:solidFill>
                <a:latin typeface="Poppins"/>
                <a:ea typeface="Poppins"/>
                <a:cs typeface="Poppins"/>
                <a:sym typeface="Poppins"/>
              </a:rPr>
              <a:t> — used for creating dynamic and reusable user interfaces</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Tailwind CSS</a:t>
            </a:r>
            <a:r>
              <a:rPr lang="en-US" sz="3000">
                <a:solidFill>
                  <a:schemeClr val="dk1"/>
                </a:solidFill>
                <a:latin typeface="Poppins"/>
                <a:ea typeface="Poppins"/>
                <a:cs typeface="Poppins"/>
                <a:sym typeface="Poppins"/>
              </a:rPr>
              <a:t> — used for responsive and modern UI design</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Alpine.js</a:t>
            </a:r>
            <a:r>
              <a:rPr lang="en-US" sz="3000">
                <a:solidFill>
                  <a:schemeClr val="dk1"/>
                </a:solidFill>
                <a:latin typeface="Poppins"/>
                <a:ea typeface="Poppins"/>
                <a:cs typeface="Poppins"/>
                <a:sym typeface="Poppins"/>
              </a:rPr>
              <a:t> — used for lightweight interactive frontend features</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Vite</a:t>
            </a:r>
            <a:r>
              <a:rPr lang="en-US" sz="3000">
                <a:solidFill>
                  <a:schemeClr val="dk1"/>
                </a:solidFill>
                <a:latin typeface="Poppins"/>
                <a:ea typeface="Poppins"/>
                <a:cs typeface="Poppins"/>
                <a:sym typeface="Poppins"/>
              </a:rPr>
              <a:t> — used for fast asset bundling and development build tools</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JavaScript</a:t>
            </a:r>
            <a:r>
              <a:rPr lang="en-US" sz="3000">
                <a:solidFill>
                  <a:schemeClr val="dk1"/>
                </a:solidFill>
                <a:latin typeface="Poppins"/>
                <a:ea typeface="Poppins"/>
                <a:cs typeface="Poppins"/>
                <a:sym typeface="Poppins"/>
              </a:rPr>
              <a:t> — used for custom client-side functionalities and interactions</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Font Awesome</a:t>
            </a:r>
            <a:r>
              <a:rPr lang="en-US" sz="3000">
                <a:solidFill>
                  <a:schemeClr val="dk1"/>
                </a:solidFill>
                <a:latin typeface="Poppins"/>
                <a:ea typeface="Poppins"/>
                <a:cs typeface="Poppins"/>
                <a:sym typeface="Poppins"/>
              </a:rPr>
              <a:t> — used for icons and visual element</a:t>
            </a:r>
            <a:r>
              <a:rPr lang="en-US" sz="3000">
                <a:solidFill>
                  <a:schemeClr val="dk1"/>
                </a:solidFill>
                <a:latin typeface="Poppins"/>
                <a:ea typeface="Poppins"/>
                <a:cs typeface="Poppins"/>
                <a:sym typeface="Poppins"/>
              </a:rPr>
              <a:t>s</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Custom CSS</a:t>
            </a:r>
            <a:r>
              <a:rPr lang="en-US" sz="3000">
                <a:solidFill>
                  <a:schemeClr val="dk1"/>
                </a:solidFill>
                <a:latin typeface="Poppins"/>
                <a:ea typeface="Poppins"/>
                <a:cs typeface="Poppins"/>
                <a:sym typeface="Poppins"/>
              </a:rPr>
              <a:t> — used for additional styling and layout customization</a:t>
            </a:r>
            <a:endParaRPr sz="3000">
              <a:solidFill>
                <a:schemeClr val="dk1"/>
              </a:solidFill>
              <a:latin typeface="Poppins"/>
              <a:ea typeface="Poppins"/>
              <a:cs typeface="Poppins"/>
              <a:sym typeface="Poppins"/>
            </a:endParaRPr>
          </a:p>
          <a:p>
            <a:pPr indent="0" lvl="0" marL="0" rtl="0" algn="l">
              <a:lnSpc>
                <a:spcPct val="115000"/>
              </a:lnSpc>
              <a:spcBef>
                <a:spcPts val="1400"/>
              </a:spcBef>
              <a:spcAft>
                <a:spcPts val="0"/>
              </a:spcAft>
              <a:buClr>
                <a:schemeClr val="dk1"/>
              </a:buClr>
              <a:buSzPts val="1100"/>
              <a:buFont typeface="Arial"/>
              <a:buNone/>
            </a:pPr>
            <a:r>
              <a:rPr b="1" lang="en-US" sz="3200">
                <a:solidFill>
                  <a:schemeClr val="dk1"/>
                </a:solidFill>
                <a:latin typeface="Poppins"/>
                <a:ea typeface="Poppins"/>
                <a:cs typeface="Poppins"/>
                <a:sym typeface="Poppins"/>
              </a:rPr>
              <a:t>Backend Technologies</a:t>
            </a:r>
            <a:endParaRPr b="1" sz="3200">
              <a:solidFill>
                <a:schemeClr val="dk1"/>
              </a:solidFill>
              <a:latin typeface="Poppins"/>
              <a:ea typeface="Poppins"/>
              <a:cs typeface="Poppins"/>
              <a:sym typeface="Poppins"/>
            </a:endParaRPr>
          </a:p>
          <a:p>
            <a:pPr indent="-419100" lvl="0" marL="457200" rtl="0" algn="l">
              <a:lnSpc>
                <a:spcPct val="115000"/>
              </a:lnSpc>
              <a:spcBef>
                <a:spcPts val="1200"/>
              </a:spcBef>
              <a:spcAft>
                <a:spcPts val="0"/>
              </a:spcAft>
              <a:buClr>
                <a:schemeClr val="dk1"/>
              </a:buClr>
              <a:buSzPts val="3000"/>
              <a:buChar char="●"/>
            </a:pPr>
            <a:r>
              <a:rPr b="1" lang="en-US" sz="3000">
                <a:solidFill>
                  <a:schemeClr val="dk1"/>
                </a:solidFill>
                <a:latin typeface="Poppins"/>
                <a:ea typeface="Poppins"/>
                <a:cs typeface="Poppins"/>
                <a:sym typeface="Poppins"/>
              </a:rPr>
              <a:t>PHP 8.2+</a:t>
            </a:r>
            <a:r>
              <a:rPr lang="en-US" sz="3000">
                <a:solidFill>
                  <a:schemeClr val="dk1"/>
                </a:solidFill>
                <a:latin typeface="Poppins"/>
                <a:ea typeface="Poppins"/>
                <a:cs typeface="Poppins"/>
                <a:sym typeface="Poppins"/>
              </a:rPr>
              <a:t> — main programming language used for server-side development</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Laravel 12</a:t>
            </a:r>
            <a:r>
              <a:rPr lang="en-US" sz="3000">
                <a:solidFill>
                  <a:schemeClr val="dk1"/>
                </a:solidFill>
                <a:latin typeface="Poppins"/>
                <a:ea typeface="Poppins"/>
                <a:cs typeface="Poppins"/>
                <a:sym typeface="Poppins"/>
              </a:rPr>
              <a:t> — PHP framework used for system logic, routing, and backend processes</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Laravel Controllers &amp; Routes</a:t>
            </a:r>
            <a:r>
              <a:rPr lang="en-US" sz="3000">
                <a:solidFill>
                  <a:schemeClr val="dk1"/>
                </a:solidFill>
                <a:latin typeface="Poppins"/>
                <a:ea typeface="Poppins"/>
                <a:cs typeface="Poppins"/>
                <a:sym typeface="Poppins"/>
              </a:rPr>
              <a:t> — used for handling requests and system navigation</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Eloquent ORM / Query Builder</a:t>
            </a:r>
            <a:r>
              <a:rPr lang="en-US" sz="3000">
                <a:solidFill>
                  <a:schemeClr val="dk1"/>
                </a:solidFill>
                <a:latin typeface="Poppins"/>
                <a:ea typeface="Poppins"/>
                <a:cs typeface="Poppins"/>
                <a:sym typeface="Poppins"/>
              </a:rPr>
              <a:t> — used for database operations and data management</a:t>
            </a:r>
            <a:endParaRPr sz="3000">
              <a:solidFill>
                <a:schemeClr val="dk1"/>
              </a:solidFill>
              <a:latin typeface="Poppins"/>
              <a:ea typeface="Poppins"/>
              <a:cs typeface="Poppins"/>
              <a:sym typeface="Poppins"/>
            </a:endParaRPr>
          </a:p>
          <a:p>
            <a:pPr indent="-419100" lvl="0" marL="457200" rtl="0" algn="l">
              <a:lnSpc>
                <a:spcPct val="115000"/>
              </a:lnSpc>
              <a:spcBef>
                <a:spcPts val="0"/>
              </a:spcBef>
              <a:spcAft>
                <a:spcPts val="0"/>
              </a:spcAft>
              <a:buClr>
                <a:schemeClr val="dk1"/>
              </a:buClr>
              <a:buSzPts val="3000"/>
              <a:buChar char="●"/>
            </a:pPr>
            <a:r>
              <a:rPr b="1" lang="en-US" sz="3000">
                <a:solidFill>
                  <a:schemeClr val="dk1"/>
                </a:solidFill>
                <a:latin typeface="Poppins"/>
                <a:ea typeface="Poppins"/>
                <a:cs typeface="Poppins"/>
                <a:sym typeface="Poppins"/>
              </a:rPr>
              <a:t>PostgreSQL</a:t>
            </a:r>
            <a:r>
              <a:rPr lang="en-US" sz="3000">
                <a:solidFill>
                  <a:schemeClr val="dk1"/>
                </a:solidFill>
                <a:latin typeface="Poppins"/>
                <a:ea typeface="Poppins"/>
                <a:cs typeface="Poppins"/>
                <a:sym typeface="Poppins"/>
              </a:rPr>
              <a:t> — relational database used for storing and managing hospital data</a:t>
            </a:r>
            <a:endParaRPr sz="3000">
              <a:solidFill>
                <a:schemeClr val="dk1"/>
              </a:solidFill>
              <a:latin typeface="Poppins"/>
              <a:ea typeface="Poppins"/>
              <a:cs typeface="Poppins"/>
              <a:sym typeface="Poppins"/>
            </a:endParaRPr>
          </a:p>
          <a:p>
            <a:pPr indent="457200" lvl="0" marL="0" marR="0" rtl="0" algn="just">
              <a:lnSpc>
                <a:spcPct val="150000"/>
              </a:lnSpc>
              <a:spcBef>
                <a:spcPts val="1200"/>
              </a:spcBef>
              <a:spcAft>
                <a:spcPts val="0"/>
              </a:spcAft>
              <a:buClr>
                <a:srgbClr val="000000"/>
              </a:buClr>
              <a:buSzPts val="3000"/>
              <a:buFont typeface="Arial"/>
              <a:buNone/>
            </a:pPr>
            <a:r>
              <a:t/>
            </a:r>
            <a:endParaRPr b="1" sz="2900">
              <a:solidFill>
                <a:schemeClr val="dk1"/>
              </a:solidFill>
            </a:endParaRPr>
          </a:p>
        </p:txBody>
      </p:sp>
      <p:sp>
        <p:nvSpPr>
          <p:cNvPr id="192" name="Google Shape;192;g3ea0008f8c4_0_73"/>
          <p:cNvSpPr txBox="1"/>
          <p:nvPr/>
        </p:nvSpPr>
        <p:spPr>
          <a:xfrm>
            <a:off x="193350" y="7510250"/>
            <a:ext cx="5664900" cy="6771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0"/>
              </a:spcAft>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grpSp>
        <p:nvGrpSpPr>
          <p:cNvPr id="197" name="Google Shape;197;g3e4e92519bb_0_6"/>
          <p:cNvGrpSpPr/>
          <p:nvPr/>
        </p:nvGrpSpPr>
        <p:grpSpPr>
          <a:xfrm rot="-5324770">
            <a:off x="16999052" y="6975185"/>
            <a:ext cx="1709324" cy="5081094"/>
            <a:chOff x="0" y="0"/>
            <a:chExt cx="202947" cy="603275"/>
          </a:xfrm>
        </p:grpSpPr>
        <p:sp>
          <p:nvSpPr>
            <p:cNvPr id="198" name="Google Shape;198;g3e4e92519bb_0_6"/>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9" name="Google Shape;199;g3e4e92519bb_0_6"/>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0" name="Google Shape;200;g3e4e92519bb_0_6"/>
          <p:cNvGrpSpPr/>
          <p:nvPr/>
        </p:nvGrpSpPr>
        <p:grpSpPr>
          <a:xfrm>
            <a:off x="11351092" y="6834582"/>
            <a:ext cx="11469732" cy="3772982"/>
            <a:chOff x="0" y="-48823"/>
            <a:chExt cx="202947" cy="66758"/>
          </a:xfrm>
        </p:grpSpPr>
        <p:sp>
          <p:nvSpPr>
            <p:cNvPr id="201" name="Google Shape;201;g3e4e92519bb_0_6"/>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g3e4e92519bb_0_6"/>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3" name="Google Shape;203;g3e4e92519bb_0_6"/>
          <p:cNvGrpSpPr/>
          <p:nvPr/>
        </p:nvGrpSpPr>
        <p:grpSpPr>
          <a:xfrm rot="5475230">
            <a:off x="770007" y="-1898219"/>
            <a:ext cx="1709324" cy="5081094"/>
            <a:chOff x="0" y="0"/>
            <a:chExt cx="202947" cy="603275"/>
          </a:xfrm>
        </p:grpSpPr>
        <p:sp>
          <p:nvSpPr>
            <p:cNvPr id="204" name="Google Shape;204;g3e4e92519bb_0_6"/>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g3e4e92519bb_0_6"/>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6" name="Google Shape;206;g3e4e92519bb_0_6"/>
          <p:cNvGrpSpPr/>
          <p:nvPr/>
        </p:nvGrpSpPr>
        <p:grpSpPr>
          <a:xfrm rot="10800000">
            <a:off x="-3342441" y="-449503"/>
            <a:ext cx="11469732" cy="3772982"/>
            <a:chOff x="0" y="-48823"/>
            <a:chExt cx="202947" cy="66758"/>
          </a:xfrm>
        </p:grpSpPr>
        <p:sp>
          <p:nvSpPr>
            <p:cNvPr id="207" name="Google Shape;207;g3e4e92519bb_0_6"/>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g3e4e92519bb_0_6"/>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9" name="Google Shape;209;g3e4e92519bb_0_6"/>
          <p:cNvSpPr txBox="1"/>
          <p:nvPr/>
        </p:nvSpPr>
        <p:spPr>
          <a:xfrm>
            <a:off x="907125" y="245625"/>
            <a:ext cx="162306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999"/>
              <a:buFont typeface="Arial"/>
              <a:buNone/>
            </a:pPr>
            <a:r>
              <a:rPr b="1" lang="en-US" sz="3999">
                <a:solidFill>
                  <a:srgbClr val="131268"/>
                </a:solidFill>
                <a:latin typeface="Poppins Black"/>
                <a:ea typeface="Poppins Black"/>
                <a:cs typeface="Poppins Black"/>
                <a:sym typeface="Poppins Black"/>
              </a:rPr>
              <a:t>ERD</a:t>
            </a:r>
            <a:endParaRPr b="0" i="0" sz="1400" u="none" cap="none" strike="noStrike">
              <a:solidFill>
                <a:srgbClr val="000000"/>
              </a:solidFill>
              <a:latin typeface="Arial"/>
              <a:ea typeface="Arial"/>
              <a:cs typeface="Arial"/>
              <a:sym typeface="Arial"/>
            </a:endParaRPr>
          </a:p>
        </p:txBody>
      </p:sp>
      <p:sp>
        <p:nvSpPr>
          <p:cNvPr id="210" name="Google Shape;210;g3e4e92519bb_0_6"/>
          <p:cNvSpPr txBox="1"/>
          <p:nvPr/>
        </p:nvSpPr>
        <p:spPr>
          <a:xfrm>
            <a:off x="16441144" y="9685020"/>
            <a:ext cx="1403100" cy="9558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chemeClr val="dk1"/>
              </a:buClr>
              <a:buSzPts val="3000"/>
              <a:buFont typeface="Arial"/>
              <a:buNone/>
            </a:pPr>
            <a:r>
              <a:rPr b="1" i="0" lang="en-US" sz="3000" u="none" cap="none" strike="noStrike">
                <a:solidFill>
                  <a:schemeClr val="lt1"/>
                </a:solidFill>
                <a:latin typeface="Poppins"/>
                <a:ea typeface="Poppins"/>
                <a:cs typeface="Poppins"/>
                <a:sym typeface="Poppins"/>
              </a:rPr>
              <a:t>IT2R6</a:t>
            </a:r>
            <a:endParaRPr b="0" i="0" sz="1400" u="none" cap="none" strike="noStrike">
              <a:solidFill>
                <a:schemeClr val="dk1"/>
              </a:solidFill>
              <a:latin typeface="Arial"/>
              <a:ea typeface="Arial"/>
              <a:cs typeface="Arial"/>
              <a:sym typeface="Arial"/>
            </a:endParaRPr>
          </a:p>
          <a:p>
            <a:pPr indent="0" lvl="0" marL="0" marR="0" rtl="0" algn="ctr">
              <a:lnSpc>
                <a:spcPct val="107000"/>
              </a:lnSpc>
              <a:spcBef>
                <a:spcPts val="0"/>
              </a:spcBef>
              <a:spcAft>
                <a:spcPts val="0"/>
              </a:spcAft>
              <a:buClr>
                <a:srgbClr val="000000"/>
              </a:buClr>
              <a:buSzPts val="3000"/>
              <a:buFont typeface="Arial"/>
              <a:buNone/>
            </a:pPr>
            <a:r>
              <a:t/>
            </a:r>
            <a:endParaRPr b="1" i="0" sz="3000" u="none" cap="none" strike="noStrike">
              <a:solidFill>
                <a:srgbClr val="FFFFFF"/>
              </a:solidFill>
              <a:latin typeface="Poppins"/>
              <a:ea typeface="Poppins"/>
              <a:cs typeface="Poppins"/>
              <a:sym typeface="Poppins"/>
            </a:endParaRPr>
          </a:p>
        </p:txBody>
      </p:sp>
      <p:sp>
        <p:nvSpPr>
          <p:cNvPr id="211" name="Google Shape;211;g3e4e92519bb_0_6"/>
          <p:cNvSpPr txBox="1"/>
          <p:nvPr/>
        </p:nvSpPr>
        <p:spPr>
          <a:xfrm>
            <a:off x="14991428" y="10078720"/>
            <a:ext cx="4283400" cy="6279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OF DATABASE SYSTEM</a:t>
            </a:r>
            <a:endParaRPr b="0" i="0" sz="1400" u="none" cap="none" strike="noStrike">
              <a:solidFill>
                <a:schemeClr val="dk1"/>
              </a:solidFill>
              <a:latin typeface="Arial"/>
              <a:ea typeface="Arial"/>
              <a:cs typeface="Arial"/>
              <a:sym typeface="Arial"/>
            </a:endParaRPr>
          </a:p>
          <a:p>
            <a:pPr indent="0" lvl="0" marL="0" marR="0" rtl="0" algn="ctr">
              <a:lnSpc>
                <a:spcPct val="107005"/>
              </a:lnSpc>
              <a:spcBef>
                <a:spcPts val="0"/>
              </a:spcBef>
              <a:spcAft>
                <a:spcPts val="0"/>
              </a:spcAft>
              <a:buClr>
                <a:schemeClr val="dk1"/>
              </a:buClr>
              <a:buSzPts val="1299"/>
              <a:buFont typeface="Arial"/>
              <a:buNone/>
            </a:pPr>
            <a:r>
              <a:t/>
            </a:r>
            <a:endParaRPr b="1" i="0" sz="1299" u="none" cap="none" strike="noStrike">
              <a:solidFill>
                <a:schemeClr val="lt1"/>
              </a:solidFill>
              <a:latin typeface="Poppins"/>
              <a:ea typeface="Poppins"/>
              <a:cs typeface="Poppins"/>
              <a:sym typeface="Poppins"/>
            </a:endParaRPr>
          </a:p>
          <a:p>
            <a:pPr indent="0" lvl="0" marL="0" marR="0" rtl="0" algn="ctr">
              <a:lnSpc>
                <a:spcPct val="107005"/>
              </a:lnSpc>
              <a:spcBef>
                <a:spcPts val="0"/>
              </a:spcBef>
              <a:spcAft>
                <a:spcPts val="0"/>
              </a:spcAft>
              <a:buClr>
                <a:srgbClr val="000000"/>
              </a:buClr>
              <a:buSzPts val="1299"/>
              <a:buFont typeface="Arial"/>
              <a:buNone/>
            </a:pPr>
            <a:r>
              <a:t/>
            </a:r>
            <a:endParaRPr b="1" i="0" sz="1299" u="none" cap="none" strike="noStrike">
              <a:solidFill>
                <a:srgbClr val="FFFFFF"/>
              </a:solidFill>
              <a:latin typeface="Poppins"/>
              <a:ea typeface="Poppins"/>
              <a:cs typeface="Poppins"/>
              <a:sym typeface="Poppins"/>
            </a:endParaRPr>
          </a:p>
        </p:txBody>
      </p:sp>
      <p:sp>
        <p:nvSpPr>
          <p:cNvPr id="212" name="Google Shape;212;g3e4e92519bb_0_6"/>
          <p:cNvSpPr txBox="1"/>
          <p:nvPr/>
        </p:nvSpPr>
        <p:spPr>
          <a:xfrm>
            <a:off x="193350" y="7510250"/>
            <a:ext cx="5664900" cy="6771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0"/>
              </a:spcAft>
              <a:buNone/>
            </a:pPr>
            <a:r>
              <a:t/>
            </a:r>
            <a:endParaRPr b="0" i="0" sz="3200" u="none" cap="none" strike="noStrike">
              <a:solidFill>
                <a:schemeClr val="dk1"/>
              </a:solidFill>
              <a:latin typeface="Calibri"/>
              <a:ea typeface="Calibri"/>
              <a:cs typeface="Calibri"/>
              <a:sym typeface="Calibri"/>
            </a:endParaRPr>
          </a:p>
        </p:txBody>
      </p:sp>
      <p:pic>
        <p:nvPicPr>
          <p:cNvPr id="213" name="Google Shape;213;g3e4e92519bb_0_6"/>
          <p:cNvPicPr preferRelativeResize="0"/>
          <p:nvPr/>
        </p:nvPicPr>
        <p:blipFill>
          <a:blip r:embed="rId3">
            <a:alphaModFix/>
          </a:blip>
          <a:stretch>
            <a:fillRect/>
          </a:stretch>
        </p:blipFill>
        <p:spPr>
          <a:xfrm>
            <a:off x="907125" y="861225"/>
            <a:ext cx="15913326" cy="93297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grpSp>
        <p:nvGrpSpPr>
          <p:cNvPr id="218" name="Google Shape;218;g37c9a662a19_1_69"/>
          <p:cNvGrpSpPr/>
          <p:nvPr/>
        </p:nvGrpSpPr>
        <p:grpSpPr>
          <a:xfrm rot="-5324770">
            <a:off x="16999052" y="6975185"/>
            <a:ext cx="1709324" cy="5081094"/>
            <a:chOff x="0" y="0"/>
            <a:chExt cx="202947" cy="603275"/>
          </a:xfrm>
        </p:grpSpPr>
        <p:sp>
          <p:nvSpPr>
            <p:cNvPr id="219" name="Google Shape;219;g37c9a662a19_1_69"/>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g37c9a662a19_1_69"/>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1" name="Google Shape;221;g37c9a662a19_1_69"/>
          <p:cNvGrpSpPr/>
          <p:nvPr/>
        </p:nvGrpSpPr>
        <p:grpSpPr>
          <a:xfrm>
            <a:off x="11351092" y="6834582"/>
            <a:ext cx="11469732" cy="3772982"/>
            <a:chOff x="0" y="-48823"/>
            <a:chExt cx="202947" cy="66758"/>
          </a:xfrm>
        </p:grpSpPr>
        <p:sp>
          <p:nvSpPr>
            <p:cNvPr id="222" name="Google Shape;222;g37c9a662a19_1_69"/>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g37c9a662a19_1_69"/>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g37c9a662a19_1_69"/>
          <p:cNvGrpSpPr/>
          <p:nvPr/>
        </p:nvGrpSpPr>
        <p:grpSpPr>
          <a:xfrm rot="5475230">
            <a:off x="770007" y="-1898219"/>
            <a:ext cx="1709324" cy="5081094"/>
            <a:chOff x="0" y="0"/>
            <a:chExt cx="202947" cy="603275"/>
          </a:xfrm>
        </p:grpSpPr>
        <p:sp>
          <p:nvSpPr>
            <p:cNvPr id="225" name="Google Shape;225;g37c9a662a19_1_69"/>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g37c9a662a19_1_69"/>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7" name="Google Shape;227;g37c9a662a19_1_69"/>
          <p:cNvGrpSpPr/>
          <p:nvPr/>
        </p:nvGrpSpPr>
        <p:grpSpPr>
          <a:xfrm rot="10800000">
            <a:off x="-3342441" y="-449503"/>
            <a:ext cx="11469732" cy="3772982"/>
            <a:chOff x="0" y="-48823"/>
            <a:chExt cx="202947" cy="66758"/>
          </a:xfrm>
        </p:grpSpPr>
        <p:sp>
          <p:nvSpPr>
            <p:cNvPr id="228" name="Google Shape;228;g37c9a662a19_1_69"/>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9" name="Google Shape;229;g37c9a662a19_1_69"/>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0" name="Google Shape;230;g37c9a662a19_1_69"/>
          <p:cNvSpPr txBox="1"/>
          <p:nvPr/>
        </p:nvSpPr>
        <p:spPr>
          <a:xfrm>
            <a:off x="3217663" y="833275"/>
            <a:ext cx="12572400" cy="719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Clr>
                <a:srgbClr val="000000"/>
              </a:buClr>
              <a:buSzPts val="3999"/>
              <a:buFont typeface="Arial"/>
              <a:buNone/>
            </a:pPr>
            <a:r>
              <a:rPr b="1" lang="en-US" sz="3950">
                <a:solidFill>
                  <a:srgbClr val="131268"/>
                </a:solidFill>
                <a:latin typeface="Poppins Black"/>
                <a:ea typeface="Poppins Black"/>
                <a:cs typeface="Poppins Black"/>
                <a:sym typeface="Poppins Black"/>
              </a:rPr>
              <a:t>SYSTEM INTERFACE</a:t>
            </a:r>
            <a:endParaRPr b="1" i="0" sz="3950" u="none" cap="none" strike="noStrike">
              <a:solidFill>
                <a:srgbClr val="131268"/>
              </a:solidFill>
              <a:latin typeface="Poppins Black"/>
              <a:ea typeface="Poppins Black"/>
              <a:cs typeface="Poppins Black"/>
              <a:sym typeface="Poppins Black"/>
            </a:endParaRPr>
          </a:p>
          <a:p>
            <a:pPr indent="0" lvl="0" marL="0" marR="0" rtl="0" algn="ctr">
              <a:lnSpc>
                <a:spcPct val="140010"/>
              </a:lnSpc>
              <a:spcBef>
                <a:spcPts val="0"/>
              </a:spcBef>
              <a:spcAft>
                <a:spcPts val="0"/>
              </a:spcAft>
              <a:buClr>
                <a:srgbClr val="000000"/>
              </a:buClr>
              <a:buSzPts val="3999"/>
              <a:buFont typeface="Arial"/>
              <a:buNone/>
            </a:pPr>
            <a:r>
              <a:t/>
            </a:r>
            <a:endParaRPr b="0" i="0" sz="3400" u="none" cap="none" strike="noStrike">
              <a:solidFill>
                <a:srgbClr val="000000"/>
              </a:solidFill>
              <a:latin typeface="Arial"/>
              <a:ea typeface="Arial"/>
              <a:cs typeface="Arial"/>
              <a:sym typeface="Arial"/>
            </a:endParaRPr>
          </a:p>
        </p:txBody>
      </p:sp>
      <p:sp>
        <p:nvSpPr>
          <p:cNvPr id="231" name="Google Shape;231;g37c9a662a19_1_69"/>
          <p:cNvSpPr txBox="1"/>
          <p:nvPr/>
        </p:nvSpPr>
        <p:spPr>
          <a:xfrm>
            <a:off x="16441144" y="9685020"/>
            <a:ext cx="1403100" cy="4617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3000"/>
              <a:buFont typeface="Arial"/>
              <a:buNone/>
            </a:pPr>
            <a:r>
              <a:rPr b="1" i="0" lang="en-US" sz="3000" u="none" cap="none" strike="noStrike">
                <a:solidFill>
                  <a:srgbClr val="FFFFFF"/>
                </a:solidFill>
                <a:latin typeface="Poppins"/>
                <a:ea typeface="Poppins"/>
                <a:cs typeface="Poppins"/>
                <a:sym typeface="Poppins"/>
              </a:rPr>
              <a:t>IT2R6</a:t>
            </a:r>
            <a:endParaRPr b="0" i="0" sz="1400" u="none" cap="none" strike="noStrike">
              <a:solidFill>
                <a:srgbClr val="000000"/>
              </a:solidFill>
              <a:latin typeface="Arial"/>
              <a:ea typeface="Arial"/>
              <a:cs typeface="Arial"/>
              <a:sym typeface="Arial"/>
            </a:endParaRPr>
          </a:p>
        </p:txBody>
      </p:sp>
      <p:sp>
        <p:nvSpPr>
          <p:cNvPr id="232" name="Google Shape;232;g37c9a662a19_1_69"/>
          <p:cNvSpPr txBox="1"/>
          <p:nvPr/>
        </p:nvSpPr>
        <p:spPr>
          <a:xfrm>
            <a:off x="14991428" y="10078720"/>
            <a:ext cx="4283400" cy="1998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INTEGRATION AND ARCHITECTURE</a:t>
            </a:r>
            <a:endParaRPr b="0" i="0" sz="1400" u="none" cap="none" strike="noStrike">
              <a:solidFill>
                <a:srgbClr val="000000"/>
              </a:solidFill>
              <a:latin typeface="Arial"/>
              <a:ea typeface="Arial"/>
              <a:cs typeface="Arial"/>
              <a:sym typeface="Arial"/>
            </a:endParaRPr>
          </a:p>
        </p:txBody>
      </p:sp>
      <p:sp>
        <p:nvSpPr>
          <p:cNvPr id="233" name="Google Shape;233;g37c9a662a19_1_69"/>
          <p:cNvSpPr txBox="1"/>
          <p:nvPr/>
        </p:nvSpPr>
        <p:spPr>
          <a:xfrm>
            <a:off x="8335663" y="2072300"/>
            <a:ext cx="2336400" cy="646500"/>
          </a:xfrm>
          <a:prstGeom prst="rect">
            <a:avLst/>
          </a:prstGeom>
          <a:noFill/>
          <a:ln>
            <a:noFill/>
          </a:ln>
        </p:spPr>
        <p:txBody>
          <a:bodyPr anchorCtr="0" anchor="t" bIns="91425" lIns="91425" spcFirstLastPara="1" rIns="91425" wrap="square" tIns="91425">
            <a:spAutoFit/>
          </a:bodyPr>
          <a:lstStyle/>
          <a:p>
            <a:pPr indent="457200" lvl="0" marL="0" marR="0" rtl="0" algn="just">
              <a:lnSpc>
                <a:spcPct val="150000"/>
              </a:lnSpc>
              <a:spcBef>
                <a:spcPts val="1200"/>
              </a:spcBef>
              <a:spcAft>
                <a:spcPts val="0"/>
              </a:spcAft>
              <a:buClr>
                <a:srgbClr val="000000"/>
              </a:buClr>
              <a:buSzPts val="3000"/>
              <a:buFont typeface="Arial"/>
              <a:buNone/>
            </a:pPr>
            <a:r>
              <a:rPr b="1" i="0" lang="en-US" sz="3000" u="none" cap="none" strike="noStrike">
                <a:solidFill>
                  <a:schemeClr val="dk1"/>
                </a:solidFill>
                <a:latin typeface="Poppins"/>
                <a:ea typeface="Poppins"/>
                <a:cs typeface="Poppins"/>
                <a:sym typeface="Poppins"/>
              </a:rPr>
              <a:t>LOG IN</a:t>
            </a:r>
            <a:endParaRPr b="1" i="0" sz="1400" u="none" cap="none" strike="noStrike">
              <a:solidFill>
                <a:srgbClr val="000000"/>
              </a:solidFill>
              <a:latin typeface="Poppins"/>
              <a:ea typeface="Poppins"/>
              <a:cs typeface="Poppins"/>
              <a:sym typeface="Poppins"/>
            </a:endParaRPr>
          </a:p>
        </p:txBody>
      </p:sp>
      <p:pic>
        <p:nvPicPr>
          <p:cNvPr id="234" name="Google Shape;234;g37c9a662a19_1_69"/>
          <p:cNvPicPr preferRelativeResize="0"/>
          <p:nvPr/>
        </p:nvPicPr>
        <p:blipFill>
          <a:blip r:embed="rId3">
            <a:alphaModFix/>
          </a:blip>
          <a:stretch>
            <a:fillRect/>
          </a:stretch>
        </p:blipFill>
        <p:spPr>
          <a:xfrm>
            <a:off x="2566577" y="2896213"/>
            <a:ext cx="13874585" cy="6611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grpSp>
        <p:nvGrpSpPr>
          <p:cNvPr id="239" name="Google Shape;239;g3ea0008f8c4_10_11"/>
          <p:cNvGrpSpPr/>
          <p:nvPr/>
        </p:nvGrpSpPr>
        <p:grpSpPr>
          <a:xfrm rot="-5324770">
            <a:off x="16999052" y="6975185"/>
            <a:ext cx="1709324" cy="5081094"/>
            <a:chOff x="0" y="0"/>
            <a:chExt cx="202947" cy="603275"/>
          </a:xfrm>
        </p:grpSpPr>
        <p:sp>
          <p:nvSpPr>
            <p:cNvPr id="240" name="Google Shape;240;g3ea0008f8c4_10_1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1" name="Google Shape;241;g3ea0008f8c4_10_11"/>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2" name="Google Shape;242;g3ea0008f8c4_10_11"/>
          <p:cNvGrpSpPr/>
          <p:nvPr/>
        </p:nvGrpSpPr>
        <p:grpSpPr>
          <a:xfrm>
            <a:off x="11351092" y="6834582"/>
            <a:ext cx="11469732" cy="3772982"/>
            <a:chOff x="0" y="-48823"/>
            <a:chExt cx="202947" cy="66758"/>
          </a:xfrm>
        </p:grpSpPr>
        <p:sp>
          <p:nvSpPr>
            <p:cNvPr id="243" name="Google Shape;243;g3ea0008f8c4_10_11"/>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g3ea0008f8c4_10_11"/>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5" name="Google Shape;245;g3ea0008f8c4_10_11"/>
          <p:cNvGrpSpPr/>
          <p:nvPr/>
        </p:nvGrpSpPr>
        <p:grpSpPr>
          <a:xfrm rot="5475230">
            <a:off x="770007" y="-1898219"/>
            <a:ext cx="1709324" cy="5081094"/>
            <a:chOff x="0" y="0"/>
            <a:chExt cx="202947" cy="603275"/>
          </a:xfrm>
        </p:grpSpPr>
        <p:sp>
          <p:nvSpPr>
            <p:cNvPr id="246" name="Google Shape;246;g3ea0008f8c4_10_1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7" name="Google Shape;247;g3ea0008f8c4_10_11"/>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8" name="Google Shape;248;g3ea0008f8c4_10_11"/>
          <p:cNvGrpSpPr/>
          <p:nvPr/>
        </p:nvGrpSpPr>
        <p:grpSpPr>
          <a:xfrm rot="10800000">
            <a:off x="-3342441" y="-449503"/>
            <a:ext cx="11469732" cy="3772982"/>
            <a:chOff x="0" y="-48823"/>
            <a:chExt cx="202947" cy="66758"/>
          </a:xfrm>
        </p:grpSpPr>
        <p:sp>
          <p:nvSpPr>
            <p:cNvPr id="249" name="Google Shape;249;g3ea0008f8c4_10_11"/>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g3ea0008f8c4_10_11"/>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1" name="Google Shape;251;g3ea0008f8c4_10_11"/>
          <p:cNvSpPr txBox="1"/>
          <p:nvPr/>
        </p:nvSpPr>
        <p:spPr>
          <a:xfrm>
            <a:off x="2857800" y="833275"/>
            <a:ext cx="12572400" cy="719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Clr>
                <a:srgbClr val="000000"/>
              </a:buClr>
              <a:buSzPts val="3999"/>
              <a:buFont typeface="Arial"/>
              <a:buNone/>
            </a:pPr>
            <a:r>
              <a:rPr b="1" lang="en-US" sz="3950">
                <a:solidFill>
                  <a:srgbClr val="131268"/>
                </a:solidFill>
                <a:latin typeface="Poppins Black"/>
                <a:ea typeface="Poppins Black"/>
                <a:cs typeface="Poppins Black"/>
                <a:sym typeface="Poppins Black"/>
              </a:rPr>
              <a:t>SYSTEM INTERFACE</a:t>
            </a:r>
            <a:endParaRPr b="1" i="0" sz="3950" u="none" cap="none" strike="noStrike">
              <a:solidFill>
                <a:srgbClr val="131268"/>
              </a:solidFill>
              <a:latin typeface="Poppins Black"/>
              <a:ea typeface="Poppins Black"/>
              <a:cs typeface="Poppins Black"/>
              <a:sym typeface="Poppins Black"/>
            </a:endParaRPr>
          </a:p>
          <a:p>
            <a:pPr indent="0" lvl="0" marL="0" marR="0" rtl="0" algn="ctr">
              <a:lnSpc>
                <a:spcPct val="140010"/>
              </a:lnSpc>
              <a:spcBef>
                <a:spcPts val="0"/>
              </a:spcBef>
              <a:spcAft>
                <a:spcPts val="0"/>
              </a:spcAft>
              <a:buClr>
                <a:srgbClr val="000000"/>
              </a:buClr>
              <a:buSzPts val="3999"/>
              <a:buFont typeface="Arial"/>
              <a:buNone/>
            </a:pPr>
            <a:r>
              <a:t/>
            </a:r>
            <a:endParaRPr b="0" i="0" sz="3400" u="none" cap="none" strike="noStrike">
              <a:solidFill>
                <a:srgbClr val="000000"/>
              </a:solidFill>
              <a:latin typeface="Arial"/>
              <a:ea typeface="Arial"/>
              <a:cs typeface="Arial"/>
              <a:sym typeface="Arial"/>
            </a:endParaRPr>
          </a:p>
        </p:txBody>
      </p:sp>
      <p:sp>
        <p:nvSpPr>
          <p:cNvPr id="252" name="Google Shape;252;g3ea0008f8c4_10_11"/>
          <p:cNvSpPr txBox="1"/>
          <p:nvPr/>
        </p:nvSpPr>
        <p:spPr>
          <a:xfrm>
            <a:off x="16441144" y="9685020"/>
            <a:ext cx="1403100" cy="4617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3000"/>
              <a:buFont typeface="Arial"/>
              <a:buNone/>
            </a:pPr>
            <a:r>
              <a:rPr b="1" i="0" lang="en-US" sz="3000" u="none" cap="none" strike="noStrike">
                <a:solidFill>
                  <a:srgbClr val="FFFFFF"/>
                </a:solidFill>
                <a:latin typeface="Poppins"/>
                <a:ea typeface="Poppins"/>
                <a:cs typeface="Poppins"/>
                <a:sym typeface="Poppins"/>
              </a:rPr>
              <a:t>IT2R6</a:t>
            </a:r>
            <a:endParaRPr b="0" i="0" sz="1400" u="none" cap="none" strike="noStrike">
              <a:solidFill>
                <a:srgbClr val="000000"/>
              </a:solidFill>
              <a:latin typeface="Arial"/>
              <a:ea typeface="Arial"/>
              <a:cs typeface="Arial"/>
              <a:sym typeface="Arial"/>
            </a:endParaRPr>
          </a:p>
        </p:txBody>
      </p:sp>
      <p:sp>
        <p:nvSpPr>
          <p:cNvPr id="253" name="Google Shape;253;g3ea0008f8c4_10_11"/>
          <p:cNvSpPr txBox="1"/>
          <p:nvPr/>
        </p:nvSpPr>
        <p:spPr>
          <a:xfrm>
            <a:off x="14991428" y="10078720"/>
            <a:ext cx="4283400" cy="1998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INTEGRATION AND ARCHITECTURE</a:t>
            </a:r>
            <a:endParaRPr b="0" i="0" sz="1400" u="none" cap="none" strike="noStrike">
              <a:solidFill>
                <a:srgbClr val="000000"/>
              </a:solidFill>
              <a:latin typeface="Arial"/>
              <a:ea typeface="Arial"/>
              <a:cs typeface="Arial"/>
              <a:sym typeface="Arial"/>
            </a:endParaRPr>
          </a:p>
        </p:txBody>
      </p:sp>
      <p:sp>
        <p:nvSpPr>
          <p:cNvPr id="254" name="Google Shape;254;g3ea0008f8c4_10_11"/>
          <p:cNvSpPr txBox="1"/>
          <p:nvPr/>
        </p:nvSpPr>
        <p:spPr>
          <a:xfrm>
            <a:off x="1083275" y="2482575"/>
            <a:ext cx="6773700" cy="646500"/>
          </a:xfrm>
          <a:prstGeom prst="rect">
            <a:avLst/>
          </a:prstGeom>
          <a:noFill/>
          <a:ln>
            <a:noFill/>
          </a:ln>
        </p:spPr>
        <p:txBody>
          <a:bodyPr anchorCtr="0" anchor="t" bIns="91425" lIns="91425" spcFirstLastPara="1" rIns="91425" wrap="square" tIns="91425">
            <a:spAutoFit/>
          </a:bodyPr>
          <a:lstStyle/>
          <a:p>
            <a:pPr indent="457200" lvl="0" marL="0" marR="0" rtl="0" algn="ctr">
              <a:lnSpc>
                <a:spcPct val="150000"/>
              </a:lnSpc>
              <a:spcBef>
                <a:spcPts val="1200"/>
              </a:spcBef>
              <a:spcAft>
                <a:spcPts val="0"/>
              </a:spcAft>
              <a:buClr>
                <a:srgbClr val="000000"/>
              </a:buClr>
              <a:buSzPts val="3000"/>
              <a:buFont typeface="Arial"/>
              <a:buNone/>
            </a:pPr>
            <a:r>
              <a:rPr b="1" lang="en-US" sz="3000">
                <a:solidFill>
                  <a:schemeClr val="dk1"/>
                </a:solidFill>
                <a:latin typeface="Poppins"/>
                <a:ea typeface="Poppins"/>
                <a:cs typeface="Poppins"/>
                <a:sym typeface="Poppins"/>
              </a:rPr>
              <a:t>Medical Director Interface</a:t>
            </a:r>
            <a:endParaRPr b="1" i="0" sz="1400" u="none" cap="none" strike="noStrike">
              <a:solidFill>
                <a:srgbClr val="000000"/>
              </a:solidFill>
              <a:latin typeface="Poppins"/>
              <a:ea typeface="Poppins"/>
              <a:cs typeface="Poppins"/>
              <a:sym typeface="Poppins"/>
            </a:endParaRPr>
          </a:p>
        </p:txBody>
      </p:sp>
      <p:sp>
        <p:nvSpPr>
          <p:cNvPr id="255" name="Google Shape;255;g3ea0008f8c4_10_11"/>
          <p:cNvSpPr txBox="1"/>
          <p:nvPr/>
        </p:nvSpPr>
        <p:spPr>
          <a:xfrm>
            <a:off x="11450575" y="2451738"/>
            <a:ext cx="5406300" cy="646500"/>
          </a:xfrm>
          <a:prstGeom prst="rect">
            <a:avLst/>
          </a:prstGeom>
          <a:noFill/>
          <a:ln>
            <a:noFill/>
          </a:ln>
        </p:spPr>
        <p:txBody>
          <a:bodyPr anchorCtr="0" anchor="t" bIns="91425" lIns="91425" spcFirstLastPara="1" rIns="91425" wrap="square" tIns="91425">
            <a:spAutoFit/>
          </a:bodyPr>
          <a:lstStyle/>
          <a:p>
            <a:pPr indent="457200" lvl="0" marL="0" marR="0" rtl="0" algn="ctr">
              <a:lnSpc>
                <a:spcPct val="150000"/>
              </a:lnSpc>
              <a:spcBef>
                <a:spcPts val="1200"/>
              </a:spcBef>
              <a:spcAft>
                <a:spcPts val="0"/>
              </a:spcAft>
              <a:buClr>
                <a:srgbClr val="000000"/>
              </a:buClr>
              <a:buSzPts val="3000"/>
              <a:buFont typeface="Arial"/>
              <a:buNone/>
            </a:pPr>
            <a:r>
              <a:rPr b="1" lang="en-US" sz="3000">
                <a:solidFill>
                  <a:schemeClr val="dk1"/>
                </a:solidFill>
                <a:latin typeface="Poppins"/>
                <a:ea typeface="Poppins"/>
                <a:cs typeface="Poppins"/>
                <a:sym typeface="Poppins"/>
              </a:rPr>
              <a:t>Clinical Staff Interface</a:t>
            </a:r>
            <a:endParaRPr b="1" i="0" sz="1400" u="none" cap="none" strike="noStrike">
              <a:solidFill>
                <a:srgbClr val="000000"/>
              </a:solidFill>
              <a:latin typeface="Poppins"/>
              <a:ea typeface="Poppins"/>
              <a:cs typeface="Poppins"/>
              <a:sym typeface="Poppins"/>
            </a:endParaRPr>
          </a:p>
        </p:txBody>
      </p:sp>
      <p:pic>
        <p:nvPicPr>
          <p:cNvPr id="256" name="Google Shape;256;g3ea0008f8c4_10_11"/>
          <p:cNvPicPr preferRelativeResize="0"/>
          <p:nvPr/>
        </p:nvPicPr>
        <p:blipFill>
          <a:blip r:embed="rId3">
            <a:alphaModFix/>
          </a:blip>
          <a:stretch>
            <a:fillRect/>
          </a:stretch>
        </p:blipFill>
        <p:spPr>
          <a:xfrm>
            <a:off x="152400" y="3889000"/>
            <a:ext cx="8424749" cy="4017900"/>
          </a:xfrm>
          <a:prstGeom prst="rect">
            <a:avLst/>
          </a:prstGeom>
          <a:noFill/>
          <a:ln>
            <a:noFill/>
          </a:ln>
        </p:spPr>
      </p:pic>
      <p:pic>
        <p:nvPicPr>
          <p:cNvPr id="257" name="Google Shape;257;g3ea0008f8c4_10_11"/>
          <p:cNvPicPr preferRelativeResize="0"/>
          <p:nvPr/>
        </p:nvPicPr>
        <p:blipFill>
          <a:blip r:embed="rId4">
            <a:alphaModFix/>
          </a:blip>
          <a:stretch>
            <a:fillRect/>
          </a:stretch>
        </p:blipFill>
        <p:spPr>
          <a:xfrm>
            <a:off x="9666375" y="3997600"/>
            <a:ext cx="8177877" cy="39092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grpSp>
        <p:nvGrpSpPr>
          <p:cNvPr id="262" name="Google Shape;262;g3ea0008f8c4_10_39"/>
          <p:cNvGrpSpPr/>
          <p:nvPr/>
        </p:nvGrpSpPr>
        <p:grpSpPr>
          <a:xfrm rot="-5324770">
            <a:off x="16999052" y="6975185"/>
            <a:ext cx="1709324" cy="5081094"/>
            <a:chOff x="0" y="0"/>
            <a:chExt cx="202947" cy="603275"/>
          </a:xfrm>
        </p:grpSpPr>
        <p:sp>
          <p:nvSpPr>
            <p:cNvPr id="263" name="Google Shape;263;g3ea0008f8c4_10_39"/>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g3ea0008f8c4_10_39"/>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5" name="Google Shape;265;g3ea0008f8c4_10_39"/>
          <p:cNvGrpSpPr/>
          <p:nvPr/>
        </p:nvGrpSpPr>
        <p:grpSpPr>
          <a:xfrm>
            <a:off x="11351092" y="6834582"/>
            <a:ext cx="11469732" cy="3772982"/>
            <a:chOff x="0" y="-48823"/>
            <a:chExt cx="202947" cy="66758"/>
          </a:xfrm>
        </p:grpSpPr>
        <p:sp>
          <p:nvSpPr>
            <p:cNvPr id="266" name="Google Shape;266;g3ea0008f8c4_10_39"/>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7" name="Google Shape;267;g3ea0008f8c4_10_39"/>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8" name="Google Shape;268;g3ea0008f8c4_10_39"/>
          <p:cNvGrpSpPr/>
          <p:nvPr/>
        </p:nvGrpSpPr>
        <p:grpSpPr>
          <a:xfrm rot="5475230">
            <a:off x="770007" y="-1898219"/>
            <a:ext cx="1709324" cy="5081094"/>
            <a:chOff x="0" y="0"/>
            <a:chExt cx="202947" cy="603275"/>
          </a:xfrm>
        </p:grpSpPr>
        <p:sp>
          <p:nvSpPr>
            <p:cNvPr id="269" name="Google Shape;269;g3ea0008f8c4_10_39"/>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g3ea0008f8c4_10_39"/>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1" name="Google Shape;271;g3ea0008f8c4_10_39"/>
          <p:cNvGrpSpPr/>
          <p:nvPr/>
        </p:nvGrpSpPr>
        <p:grpSpPr>
          <a:xfrm rot="10800000">
            <a:off x="-3342441" y="-449503"/>
            <a:ext cx="11469732" cy="3772982"/>
            <a:chOff x="0" y="-48823"/>
            <a:chExt cx="202947" cy="66758"/>
          </a:xfrm>
        </p:grpSpPr>
        <p:sp>
          <p:nvSpPr>
            <p:cNvPr id="272" name="Google Shape;272;g3ea0008f8c4_10_39"/>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g3ea0008f8c4_10_39"/>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4" name="Google Shape;274;g3ea0008f8c4_10_39"/>
          <p:cNvSpPr txBox="1"/>
          <p:nvPr/>
        </p:nvSpPr>
        <p:spPr>
          <a:xfrm>
            <a:off x="2857800" y="1166038"/>
            <a:ext cx="12572400" cy="719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Clr>
                <a:srgbClr val="000000"/>
              </a:buClr>
              <a:buSzPts val="3999"/>
              <a:buFont typeface="Arial"/>
              <a:buNone/>
            </a:pPr>
            <a:r>
              <a:rPr b="1" lang="en-US" sz="3950">
                <a:solidFill>
                  <a:srgbClr val="131268"/>
                </a:solidFill>
                <a:latin typeface="Poppins Black"/>
                <a:ea typeface="Poppins Black"/>
                <a:cs typeface="Poppins Black"/>
                <a:sym typeface="Poppins Black"/>
              </a:rPr>
              <a:t>SYSTEM INTERFACE</a:t>
            </a:r>
            <a:endParaRPr b="1" i="0" sz="3950" u="none" cap="none" strike="noStrike">
              <a:solidFill>
                <a:srgbClr val="131268"/>
              </a:solidFill>
              <a:latin typeface="Poppins Black"/>
              <a:ea typeface="Poppins Black"/>
              <a:cs typeface="Poppins Black"/>
              <a:sym typeface="Poppins Black"/>
            </a:endParaRPr>
          </a:p>
          <a:p>
            <a:pPr indent="0" lvl="0" marL="0" marR="0" rtl="0" algn="ctr">
              <a:lnSpc>
                <a:spcPct val="140010"/>
              </a:lnSpc>
              <a:spcBef>
                <a:spcPts val="0"/>
              </a:spcBef>
              <a:spcAft>
                <a:spcPts val="0"/>
              </a:spcAft>
              <a:buClr>
                <a:srgbClr val="000000"/>
              </a:buClr>
              <a:buSzPts val="3999"/>
              <a:buFont typeface="Arial"/>
              <a:buNone/>
            </a:pPr>
            <a:r>
              <a:t/>
            </a:r>
            <a:endParaRPr b="0" i="0" sz="3400" u="none" cap="none" strike="noStrike">
              <a:solidFill>
                <a:srgbClr val="000000"/>
              </a:solidFill>
              <a:latin typeface="Arial"/>
              <a:ea typeface="Arial"/>
              <a:cs typeface="Arial"/>
              <a:sym typeface="Arial"/>
            </a:endParaRPr>
          </a:p>
        </p:txBody>
      </p:sp>
      <p:sp>
        <p:nvSpPr>
          <p:cNvPr id="275" name="Google Shape;275;g3ea0008f8c4_10_39"/>
          <p:cNvSpPr txBox="1"/>
          <p:nvPr/>
        </p:nvSpPr>
        <p:spPr>
          <a:xfrm>
            <a:off x="16441144" y="9685020"/>
            <a:ext cx="1403100" cy="4617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3000"/>
              <a:buFont typeface="Arial"/>
              <a:buNone/>
            </a:pPr>
            <a:r>
              <a:rPr b="1" i="0" lang="en-US" sz="3000" u="none" cap="none" strike="noStrike">
                <a:solidFill>
                  <a:srgbClr val="FFFFFF"/>
                </a:solidFill>
                <a:latin typeface="Poppins"/>
                <a:ea typeface="Poppins"/>
                <a:cs typeface="Poppins"/>
                <a:sym typeface="Poppins"/>
              </a:rPr>
              <a:t>IT2R6</a:t>
            </a:r>
            <a:endParaRPr b="0" i="0" sz="1400" u="none" cap="none" strike="noStrike">
              <a:solidFill>
                <a:srgbClr val="000000"/>
              </a:solidFill>
              <a:latin typeface="Arial"/>
              <a:ea typeface="Arial"/>
              <a:cs typeface="Arial"/>
              <a:sym typeface="Arial"/>
            </a:endParaRPr>
          </a:p>
        </p:txBody>
      </p:sp>
      <p:sp>
        <p:nvSpPr>
          <p:cNvPr id="276" name="Google Shape;276;g3ea0008f8c4_10_39"/>
          <p:cNvSpPr txBox="1"/>
          <p:nvPr/>
        </p:nvSpPr>
        <p:spPr>
          <a:xfrm>
            <a:off x="14991428" y="10078720"/>
            <a:ext cx="4283400" cy="1998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INTEGRATION AND ARCHITECTURE</a:t>
            </a:r>
            <a:endParaRPr b="0" i="0" sz="1400" u="none" cap="none" strike="noStrike">
              <a:solidFill>
                <a:srgbClr val="000000"/>
              </a:solidFill>
              <a:latin typeface="Arial"/>
              <a:ea typeface="Arial"/>
              <a:cs typeface="Arial"/>
              <a:sym typeface="Arial"/>
            </a:endParaRPr>
          </a:p>
        </p:txBody>
      </p:sp>
      <p:sp>
        <p:nvSpPr>
          <p:cNvPr id="277" name="Google Shape;277;g3ea0008f8c4_10_39"/>
          <p:cNvSpPr txBox="1"/>
          <p:nvPr/>
        </p:nvSpPr>
        <p:spPr>
          <a:xfrm>
            <a:off x="1185150" y="3105750"/>
            <a:ext cx="6773700" cy="646500"/>
          </a:xfrm>
          <a:prstGeom prst="rect">
            <a:avLst/>
          </a:prstGeom>
          <a:noFill/>
          <a:ln>
            <a:noFill/>
          </a:ln>
        </p:spPr>
        <p:txBody>
          <a:bodyPr anchorCtr="0" anchor="t" bIns="91425" lIns="91425" spcFirstLastPara="1" rIns="91425" wrap="square" tIns="91425">
            <a:spAutoFit/>
          </a:bodyPr>
          <a:lstStyle/>
          <a:p>
            <a:pPr indent="457200" lvl="0" marL="0" marR="0" rtl="0" algn="ctr">
              <a:lnSpc>
                <a:spcPct val="150000"/>
              </a:lnSpc>
              <a:spcBef>
                <a:spcPts val="1200"/>
              </a:spcBef>
              <a:spcAft>
                <a:spcPts val="0"/>
              </a:spcAft>
              <a:buClr>
                <a:srgbClr val="000000"/>
              </a:buClr>
              <a:buSzPts val="3000"/>
              <a:buFont typeface="Arial"/>
              <a:buNone/>
            </a:pPr>
            <a:r>
              <a:rPr b="1" lang="en-US" sz="3000">
                <a:solidFill>
                  <a:schemeClr val="dk1"/>
                </a:solidFill>
                <a:latin typeface="Poppins"/>
                <a:ea typeface="Poppins"/>
                <a:cs typeface="Poppins"/>
                <a:sym typeface="Poppins"/>
              </a:rPr>
              <a:t>Personnel officer Interface</a:t>
            </a:r>
            <a:endParaRPr b="1" i="0" sz="1400" u="none" cap="none" strike="noStrike">
              <a:solidFill>
                <a:srgbClr val="000000"/>
              </a:solidFill>
              <a:latin typeface="Poppins"/>
              <a:ea typeface="Poppins"/>
              <a:cs typeface="Poppins"/>
              <a:sym typeface="Poppins"/>
            </a:endParaRPr>
          </a:p>
        </p:txBody>
      </p:sp>
      <p:pic>
        <p:nvPicPr>
          <p:cNvPr id="278" name="Google Shape;278;g3ea0008f8c4_10_39"/>
          <p:cNvPicPr preferRelativeResize="0"/>
          <p:nvPr/>
        </p:nvPicPr>
        <p:blipFill>
          <a:blip r:embed="rId3">
            <a:alphaModFix/>
          </a:blip>
          <a:stretch>
            <a:fillRect/>
          </a:stretch>
        </p:blipFill>
        <p:spPr>
          <a:xfrm>
            <a:off x="225663" y="4211575"/>
            <a:ext cx="8488924" cy="4061850"/>
          </a:xfrm>
          <a:prstGeom prst="rect">
            <a:avLst/>
          </a:prstGeom>
          <a:noFill/>
          <a:ln>
            <a:noFill/>
          </a:ln>
        </p:spPr>
      </p:pic>
      <p:sp>
        <p:nvSpPr>
          <p:cNvPr id="279" name="Google Shape;279;g3ea0008f8c4_10_39"/>
          <p:cNvSpPr txBox="1"/>
          <p:nvPr/>
        </p:nvSpPr>
        <p:spPr>
          <a:xfrm>
            <a:off x="10716125" y="3105750"/>
            <a:ext cx="6773700" cy="646500"/>
          </a:xfrm>
          <a:prstGeom prst="rect">
            <a:avLst/>
          </a:prstGeom>
          <a:noFill/>
          <a:ln>
            <a:noFill/>
          </a:ln>
        </p:spPr>
        <p:txBody>
          <a:bodyPr anchorCtr="0" anchor="t" bIns="91425" lIns="91425" spcFirstLastPara="1" rIns="91425" wrap="square" tIns="91425">
            <a:spAutoFit/>
          </a:bodyPr>
          <a:lstStyle/>
          <a:p>
            <a:pPr indent="457200" lvl="0" marL="0" marR="0" rtl="0" algn="ctr">
              <a:lnSpc>
                <a:spcPct val="150000"/>
              </a:lnSpc>
              <a:spcBef>
                <a:spcPts val="1200"/>
              </a:spcBef>
              <a:spcAft>
                <a:spcPts val="0"/>
              </a:spcAft>
              <a:buClr>
                <a:srgbClr val="000000"/>
              </a:buClr>
              <a:buSzPts val="3000"/>
              <a:buFont typeface="Arial"/>
              <a:buNone/>
            </a:pPr>
            <a:r>
              <a:rPr b="1" lang="en-US" sz="3000">
                <a:solidFill>
                  <a:schemeClr val="dk1"/>
                </a:solidFill>
                <a:latin typeface="Poppins"/>
                <a:ea typeface="Poppins"/>
                <a:cs typeface="Poppins"/>
                <a:sym typeface="Poppins"/>
              </a:rPr>
              <a:t>Nurse </a:t>
            </a:r>
            <a:r>
              <a:rPr b="1" lang="en-US" sz="3000">
                <a:solidFill>
                  <a:schemeClr val="dk1"/>
                </a:solidFill>
                <a:latin typeface="Poppins"/>
                <a:ea typeface="Poppins"/>
                <a:cs typeface="Poppins"/>
                <a:sym typeface="Poppins"/>
              </a:rPr>
              <a:t>Interface</a:t>
            </a:r>
            <a:endParaRPr b="1" i="0" sz="1400" u="none" cap="none" strike="noStrike">
              <a:solidFill>
                <a:srgbClr val="000000"/>
              </a:solidFill>
              <a:latin typeface="Poppins"/>
              <a:ea typeface="Poppins"/>
              <a:cs typeface="Poppins"/>
              <a:sym typeface="Poppins"/>
            </a:endParaRPr>
          </a:p>
        </p:txBody>
      </p:sp>
      <p:pic>
        <p:nvPicPr>
          <p:cNvPr id="280" name="Google Shape;280;g3ea0008f8c4_10_39"/>
          <p:cNvPicPr preferRelativeResize="0"/>
          <p:nvPr/>
        </p:nvPicPr>
        <p:blipFill>
          <a:blip r:embed="rId4">
            <a:alphaModFix/>
          </a:blip>
          <a:stretch>
            <a:fillRect/>
          </a:stretch>
        </p:blipFill>
        <p:spPr>
          <a:xfrm>
            <a:off x="9605325" y="4211575"/>
            <a:ext cx="8186308" cy="3917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grpSp>
        <p:nvGrpSpPr>
          <p:cNvPr id="285" name="Google Shape;285;g3e4e92519bb_0_37"/>
          <p:cNvGrpSpPr/>
          <p:nvPr/>
        </p:nvGrpSpPr>
        <p:grpSpPr>
          <a:xfrm rot="-5324770">
            <a:off x="16999052" y="6975185"/>
            <a:ext cx="1709324" cy="5081094"/>
            <a:chOff x="0" y="0"/>
            <a:chExt cx="202947" cy="603275"/>
          </a:xfrm>
        </p:grpSpPr>
        <p:sp>
          <p:nvSpPr>
            <p:cNvPr id="286" name="Google Shape;286;g3e4e92519bb_0_37"/>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g3e4e92519bb_0_37"/>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8" name="Google Shape;288;g3e4e92519bb_0_37"/>
          <p:cNvGrpSpPr/>
          <p:nvPr/>
        </p:nvGrpSpPr>
        <p:grpSpPr>
          <a:xfrm>
            <a:off x="11351092" y="6834582"/>
            <a:ext cx="11469732" cy="3772982"/>
            <a:chOff x="0" y="-48823"/>
            <a:chExt cx="202947" cy="66758"/>
          </a:xfrm>
        </p:grpSpPr>
        <p:sp>
          <p:nvSpPr>
            <p:cNvPr id="289" name="Google Shape;289;g3e4e92519bb_0_37"/>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0" name="Google Shape;290;g3e4e92519bb_0_37"/>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1" name="Google Shape;291;g3e4e92519bb_0_37"/>
          <p:cNvGrpSpPr/>
          <p:nvPr/>
        </p:nvGrpSpPr>
        <p:grpSpPr>
          <a:xfrm rot="5475230">
            <a:off x="770007" y="-1898219"/>
            <a:ext cx="1709324" cy="5081094"/>
            <a:chOff x="0" y="0"/>
            <a:chExt cx="202947" cy="603275"/>
          </a:xfrm>
        </p:grpSpPr>
        <p:sp>
          <p:nvSpPr>
            <p:cNvPr id="292" name="Google Shape;292;g3e4e92519bb_0_37"/>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3" name="Google Shape;293;g3e4e92519bb_0_37"/>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4" name="Google Shape;294;g3e4e92519bb_0_37"/>
          <p:cNvGrpSpPr/>
          <p:nvPr/>
        </p:nvGrpSpPr>
        <p:grpSpPr>
          <a:xfrm rot="10800000">
            <a:off x="-3342441" y="-449503"/>
            <a:ext cx="11469732" cy="3772982"/>
            <a:chOff x="0" y="-48823"/>
            <a:chExt cx="202947" cy="66758"/>
          </a:xfrm>
        </p:grpSpPr>
        <p:sp>
          <p:nvSpPr>
            <p:cNvPr id="295" name="Google Shape;295;g3e4e92519bb_0_37"/>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g3e4e92519bb_0_37"/>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g3e4e92519bb_0_37"/>
          <p:cNvSpPr txBox="1"/>
          <p:nvPr/>
        </p:nvSpPr>
        <p:spPr>
          <a:xfrm>
            <a:off x="2857800" y="1166038"/>
            <a:ext cx="12572400" cy="719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Clr>
                <a:srgbClr val="000000"/>
              </a:buClr>
              <a:buSzPts val="3999"/>
              <a:buFont typeface="Arial"/>
              <a:buNone/>
            </a:pPr>
            <a:r>
              <a:rPr b="1" lang="en-US" sz="3950">
                <a:solidFill>
                  <a:srgbClr val="131268"/>
                </a:solidFill>
                <a:latin typeface="Poppins Black"/>
                <a:ea typeface="Poppins Black"/>
                <a:cs typeface="Poppins Black"/>
                <a:sym typeface="Poppins Black"/>
              </a:rPr>
              <a:t>SYSTEM INTERFACE</a:t>
            </a:r>
            <a:endParaRPr b="1" i="0" sz="3950" u="none" cap="none" strike="noStrike">
              <a:solidFill>
                <a:srgbClr val="131268"/>
              </a:solidFill>
              <a:latin typeface="Poppins Black"/>
              <a:ea typeface="Poppins Black"/>
              <a:cs typeface="Poppins Black"/>
              <a:sym typeface="Poppins Black"/>
            </a:endParaRPr>
          </a:p>
          <a:p>
            <a:pPr indent="0" lvl="0" marL="0" marR="0" rtl="0" algn="ctr">
              <a:lnSpc>
                <a:spcPct val="140010"/>
              </a:lnSpc>
              <a:spcBef>
                <a:spcPts val="0"/>
              </a:spcBef>
              <a:spcAft>
                <a:spcPts val="0"/>
              </a:spcAft>
              <a:buClr>
                <a:srgbClr val="000000"/>
              </a:buClr>
              <a:buSzPts val="3999"/>
              <a:buFont typeface="Arial"/>
              <a:buNone/>
            </a:pPr>
            <a:r>
              <a:t/>
            </a:r>
            <a:endParaRPr b="0" i="0" sz="3400" u="none" cap="none" strike="noStrike">
              <a:solidFill>
                <a:srgbClr val="000000"/>
              </a:solidFill>
              <a:latin typeface="Arial"/>
              <a:ea typeface="Arial"/>
              <a:cs typeface="Arial"/>
              <a:sym typeface="Arial"/>
            </a:endParaRPr>
          </a:p>
        </p:txBody>
      </p:sp>
      <p:sp>
        <p:nvSpPr>
          <p:cNvPr id="298" name="Google Shape;298;g3e4e92519bb_0_37"/>
          <p:cNvSpPr txBox="1"/>
          <p:nvPr/>
        </p:nvSpPr>
        <p:spPr>
          <a:xfrm>
            <a:off x="16441144" y="9685020"/>
            <a:ext cx="1403100" cy="4617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3000"/>
              <a:buFont typeface="Arial"/>
              <a:buNone/>
            </a:pPr>
            <a:r>
              <a:rPr b="1" i="0" lang="en-US" sz="3000" u="none" cap="none" strike="noStrike">
                <a:solidFill>
                  <a:srgbClr val="FFFFFF"/>
                </a:solidFill>
                <a:latin typeface="Poppins"/>
                <a:ea typeface="Poppins"/>
                <a:cs typeface="Poppins"/>
                <a:sym typeface="Poppins"/>
              </a:rPr>
              <a:t>IT2R6</a:t>
            </a:r>
            <a:endParaRPr b="0" i="0" sz="1400" u="none" cap="none" strike="noStrike">
              <a:solidFill>
                <a:srgbClr val="000000"/>
              </a:solidFill>
              <a:latin typeface="Arial"/>
              <a:ea typeface="Arial"/>
              <a:cs typeface="Arial"/>
              <a:sym typeface="Arial"/>
            </a:endParaRPr>
          </a:p>
        </p:txBody>
      </p:sp>
      <p:sp>
        <p:nvSpPr>
          <p:cNvPr id="299" name="Google Shape;299;g3e4e92519bb_0_37"/>
          <p:cNvSpPr txBox="1"/>
          <p:nvPr/>
        </p:nvSpPr>
        <p:spPr>
          <a:xfrm>
            <a:off x="14991428" y="10078720"/>
            <a:ext cx="4283400" cy="1998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INTEGRATION AND ARCHITECTURE</a:t>
            </a:r>
            <a:endParaRPr b="0" i="0" sz="1400" u="none" cap="none" strike="noStrike">
              <a:solidFill>
                <a:srgbClr val="000000"/>
              </a:solidFill>
              <a:latin typeface="Arial"/>
              <a:ea typeface="Arial"/>
              <a:cs typeface="Arial"/>
              <a:sym typeface="Arial"/>
            </a:endParaRPr>
          </a:p>
        </p:txBody>
      </p:sp>
      <p:sp>
        <p:nvSpPr>
          <p:cNvPr id="300" name="Google Shape;300;g3e4e92519bb_0_37"/>
          <p:cNvSpPr txBox="1"/>
          <p:nvPr/>
        </p:nvSpPr>
        <p:spPr>
          <a:xfrm>
            <a:off x="5757150" y="2551975"/>
            <a:ext cx="6773700" cy="646500"/>
          </a:xfrm>
          <a:prstGeom prst="rect">
            <a:avLst/>
          </a:prstGeom>
          <a:noFill/>
          <a:ln>
            <a:noFill/>
          </a:ln>
        </p:spPr>
        <p:txBody>
          <a:bodyPr anchorCtr="0" anchor="t" bIns="91425" lIns="91425" spcFirstLastPara="1" rIns="91425" wrap="square" tIns="91425">
            <a:spAutoFit/>
          </a:bodyPr>
          <a:lstStyle/>
          <a:p>
            <a:pPr indent="457200" lvl="0" marL="0" marR="0" rtl="0" algn="ctr">
              <a:lnSpc>
                <a:spcPct val="150000"/>
              </a:lnSpc>
              <a:spcBef>
                <a:spcPts val="1200"/>
              </a:spcBef>
              <a:spcAft>
                <a:spcPts val="0"/>
              </a:spcAft>
              <a:buClr>
                <a:srgbClr val="000000"/>
              </a:buClr>
              <a:buSzPts val="3000"/>
              <a:buFont typeface="Arial"/>
              <a:buNone/>
            </a:pPr>
            <a:r>
              <a:rPr b="1" lang="en-US" sz="3000">
                <a:solidFill>
                  <a:schemeClr val="dk1"/>
                </a:solidFill>
                <a:latin typeface="Poppins"/>
                <a:ea typeface="Poppins"/>
                <a:cs typeface="Poppins"/>
                <a:sym typeface="Poppins"/>
              </a:rPr>
              <a:t>Cashier Interface</a:t>
            </a:r>
            <a:endParaRPr b="1" i="0" sz="1400" u="none" cap="none" strike="noStrike">
              <a:solidFill>
                <a:srgbClr val="000000"/>
              </a:solidFill>
              <a:latin typeface="Poppins"/>
              <a:ea typeface="Poppins"/>
              <a:cs typeface="Poppins"/>
              <a:sym typeface="Poppins"/>
            </a:endParaRPr>
          </a:p>
        </p:txBody>
      </p:sp>
      <p:pic>
        <p:nvPicPr>
          <p:cNvPr id="301" name="Google Shape;301;g3e4e92519bb_0_37"/>
          <p:cNvPicPr preferRelativeResize="0"/>
          <p:nvPr/>
        </p:nvPicPr>
        <p:blipFill>
          <a:blip r:embed="rId3">
            <a:alphaModFix/>
          </a:blip>
          <a:stretch>
            <a:fillRect/>
          </a:stretch>
        </p:blipFill>
        <p:spPr>
          <a:xfrm>
            <a:off x="3620850" y="3594525"/>
            <a:ext cx="11046293" cy="527472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pSp>
        <p:nvGrpSpPr>
          <p:cNvPr id="306" name="Google Shape;306;g3ea0008f8c4_0_131"/>
          <p:cNvGrpSpPr/>
          <p:nvPr/>
        </p:nvGrpSpPr>
        <p:grpSpPr>
          <a:xfrm rot="-5324770">
            <a:off x="16999052" y="6975185"/>
            <a:ext cx="1709324" cy="5081094"/>
            <a:chOff x="0" y="0"/>
            <a:chExt cx="202947" cy="603275"/>
          </a:xfrm>
        </p:grpSpPr>
        <p:sp>
          <p:nvSpPr>
            <p:cNvPr id="307" name="Google Shape;307;g3ea0008f8c4_0_13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8" name="Google Shape;308;g3ea0008f8c4_0_131"/>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9" name="Google Shape;309;g3ea0008f8c4_0_131"/>
          <p:cNvGrpSpPr/>
          <p:nvPr/>
        </p:nvGrpSpPr>
        <p:grpSpPr>
          <a:xfrm>
            <a:off x="11351092" y="6834582"/>
            <a:ext cx="11469732" cy="3772982"/>
            <a:chOff x="0" y="-48823"/>
            <a:chExt cx="202947" cy="66758"/>
          </a:xfrm>
        </p:grpSpPr>
        <p:sp>
          <p:nvSpPr>
            <p:cNvPr id="310" name="Google Shape;310;g3ea0008f8c4_0_131"/>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g3ea0008f8c4_0_131"/>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2" name="Google Shape;312;g3ea0008f8c4_0_131"/>
          <p:cNvGrpSpPr/>
          <p:nvPr/>
        </p:nvGrpSpPr>
        <p:grpSpPr>
          <a:xfrm rot="5475230">
            <a:off x="770007" y="-1898219"/>
            <a:ext cx="1709324" cy="5081094"/>
            <a:chOff x="0" y="0"/>
            <a:chExt cx="202947" cy="603275"/>
          </a:xfrm>
        </p:grpSpPr>
        <p:sp>
          <p:nvSpPr>
            <p:cNvPr id="313" name="Google Shape;313;g3ea0008f8c4_0_13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g3ea0008f8c4_0_131"/>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5" name="Google Shape;315;g3ea0008f8c4_0_131"/>
          <p:cNvGrpSpPr/>
          <p:nvPr/>
        </p:nvGrpSpPr>
        <p:grpSpPr>
          <a:xfrm rot="10800000">
            <a:off x="-3342441" y="-449503"/>
            <a:ext cx="11469732" cy="3772982"/>
            <a:chOff x="0" y="-48823"/>
            <a:chExt cx="202947" cy="66758"/>
          </a:xfrm>
        </p:grpSpPr>
        <p:sp>
          <p:nvSpPr>
            <p:cNvPr id="316" name="Google Shape;316;g3ea0008f8c4_0_131"/>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g3ea0008f8c4_0_131"/>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8" name="Google Shape;318;g3ea0008f8c4_0_131"/>
          <p:cNvSpPr txBox="1"/>
          <p:nvPr/>
        </p:nvSpPr>
        <p:spPr>
          <a:xfrm>
            <a:off x="3544475" y="722525"/>
            <a:ext cx="12572400" cy="719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Clr>
                <a:srgbClr val="000000"/>
              </a:buClr>
              <a:buSzPts val="3999"/>
              <a:buFont typeface="Arial"/>
              <a:buNone/>
            </a:pPr>
            <a:r>
              <a:rPr b="1" lang="en-US" sz="3950">
                <a:solidFill>
                  <a:srgbClr val="131268"/>
                </a:solidFill>
                <a:latin typeface="Poppins Black"/>
                <a:ea typeface="Poppins Black"/>
                <a:cs typeface="Poppins Black"/>
                <a:sym typeface="Poppins Black"/>
              </a:rPr>
              <a:t>SYSTEM WORKFLOW</a:t>
            </a:r>
            <a:endParaRPr b="0" i="0" sz="3400" u="none" cap="none" strike="noStrike">
              <a:solidFill>
                <a:srgbClr val="000000"/>
              </a:solidFill>
              <a:latin typeface="Arial"/>
              <a:ea typeface="Arial"/>
              <a:cs typeface="Arial"/>
              <a:sym typeface="Arial"/>
            </a:endParaRPr>
          </a:p>
        </p:txBody>
      </p:sp>
      <p:sp>
        <p:nvSpPr>
          <p:cNvPr id="319" name="Google Shape;319;g3ea0008f8c4_0_131"/>
          <p:cNvSpPr txBox="1"/>
          <p:nvPr/>
        </p:nvSpPr>
        <p:spPr>
          <a:xfrm>
            <a:off x="16441144" y="9685020"/>
            <a:ext cx="1403100" cy="4617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3000"/>
              <a:buFont typeface="Arial"/>
              <a:buNone/>
            </a:pPr>
            <a:r>
              <a:rPr b="1" i="0" lang="en-US" sz="3000" u="none" cap="none" strike="noStrike">
                <a:solidFill>
                  <a:srgbClr val="FFFFFF"/>
                </a:solidFill>
                <a:latin typeface="Poppins"/>
                <a:ea typeface="Poppins"/>
                <a:cs typeface="Poppins"/>
                <a:sym typeface="Poppins"/>
              </a:rPr>
              <a:t>IT2R6</a:t>
            </a:r>
            <a:endParaRPr b="0" i="0" sz="1400" u="none" cap="none" strike="noStrike">
              <a:solidFill>
                <a:srgbClr val="000000"/>
              </a:solidFill>
              <a:latin typeface="Arial"/>
              <a:ea typeface="Arial"/>
              <a:cs typeface="Arial"/>
              <a:sym typeface="Arial"/>
            </a:endParaRPr>
          </a:p>
        </p:txBody>
      </p:sp>
      <p:sp>
        <p:nvSpPr>
          <p:cNvPr id="320" name="Google Shape;320;g3ea0008f8c4_0_131"/>
          <p:cNvSpPr txBox="1"/>
          <p:nvPr/>
        </p:nvSpPr>
        <p:spPr>
          <a:xfrm>
            <a:off x="14991428" y="10078720"/>
            <a:ext cx="4283400" cy="1998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INTEGRATION AND ARCHITECTURE</a:t>
            </a:r>
            <a:endParaRPr b="0" i="0" sz="1400" u="none" cap="none" strike="noStrike">
              <a:solidFill>
                <a:srgbClr val="000000"/>
              </a:solidFill>
              <a:latin typeface="Arial"/>
              <a:ea typeface="Arial"/>
              <a:cs typeface="Arial"/>
              <a:sym typeface="Arial"/>
            </a:endParaRPr>
          </a:p>
        </p:txBody>
      </p:sp>
      <p:pic>
        <p:nvPicPr>
          <p:cNvPr id="321" name="Google Shape;321;g3ea0008f8c4_0_131"/>
          <p:cNvPicPr preferRelativeResize="0"/>
          <p:nvPr/>
        </p:nvPicPr>
        <p:blipFill>
          <a:blip r:embed="rId3">
            <a:alphaModFix/>
          </a:blip>
          <a:stretch>
            <a:fillRect/>
          </a:stretch>
        </p:blipFill>
        <p:spPr>
          <a:xfrm>
            <a:off x="2334662" y="1229200"/>
            <a:ext cx="14490564" cy="81803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grpSp>
        <p:nvGrpSpPr>
          <p:cNvPr id="326" name="Google Shape;326;g3e4e92519bb_0_65"/>
          <p:cNvGrpSpPr/>
          <p:nvPr/>
        </p:nvGrpSpPr>
        <p:grpSpPr>
          <a:xfrm rot="-5324770">
            <a:off x="16999052" y="6975185"/>
            <a:ext cx="1709324" cy="5081094"/>
            <a:chOff x="0" y="0"/>
            <a:chExt cx="202947" cy="603275"/>
          </a:xfrm>
        </p:grpSpPr>
        <p:sp>
          <p:nvSpPr>
            <p:cNvPr id="327" name="Google Shape;327;g3e4e92519bb_0_65"/>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g3e4e92519bb_0_65"/>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9" name="Google Shape;329;g3e4e92519bb_0_65"/>
          <p:cNvGrpSpPr/>
          <p:nvPr/>
        </p:nvGrpSpPr>
        <p:grpSpPr>
          <a:xfrm>
            <a:off x="11351092" y="6834582"/>
            <a:ext cx="11469732" cy="3772982"/>
            <a:chOff x="0" y="-48823"/>
            <a:chExt cx="202947" cy="66758"/>
          </a:xfrm>
        </p:grpSpPr>
        <p:sp>
          <p:nvSpPr>
            <p:cNvPr id="330" name="Google Shape;330;g3e4e92519bb_0_65"/>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g3e4e92519bb_0_65"/>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2" name="Google Shape;332;g3e4e92519bb_0_65"/>
          <p:cNvGrpSpPr/>
          <p:nvPr/>
        </p:nvGrpSpPr>
        <p:grpSpPr>
          <a:xfrm rot="5475230">
            <a:off x="770007" y="-1898219"/>
            <a:ext cx="1709324" cy="5081094"/>
            <a:chOff x="0" y="0"/>
            <a:chExt cx="202947" cy="603275"/>
          </a:xfrm>
        </p:grpSpPr>
        <p:sp>
          <p:nvSpPr>
            <p:cNvPr id="333" name="Google Shape;333;g3e4e92519bb_0_65"/>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4" name="Google Shape;334;g3e4e92519bb_0_65"/>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5" name="Google Shape;335;g3e4e92519bb_0_65"/>
          <p:cNvGrpSpPr/>
          <p:nvPr/>
        </p:nvGrpSpPr>
        <p:grpSpPr>
          <a:xfrm rot="10800000">
            <a:off x="-3342441" y="-449503"/>
            <a:ext cx="11469732" cy="3772982"/>
            <a:chOff x="0" y="-48823"/>
            <a:chExt cx="202947" cy="66758"/>
          </a:xfrm>
        </p:grpSpPr>
        <p:sp>
          <p:nvSpPr>
            <p:cNvPr id="336" name="Google Shape;336;g3e4e92519bb_0_65"/>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7" name="Google Shape;337;g3e4e92519bb_0_65"/>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8" name="Google Shape;338;g3e4e92519bb_0_65"/>
          <p:cNvSpPr txBox="1"/>
          <p:nvPr/>
        </p:nvSpPr>
        <p:spPr>
          <a:xfrm>
            <a:off x="2722675" y="1552375"/>
            <a:ext cx="12572400" cy="719100"/>
          </a:xfrm>
          <a:prstGeom prst="rect">
            <a:avLst/>
          </a:prstGeom>
          <a:noFill/>
          <a:ln>
            <a:noFill/>
          </a:ln>
        </p:spPr>
        <p:txBody>
          <a:bodyPr anchorCtr="0" anchor="t" bIns="0" lIns="0" spcFirstLastPara="1" rIns="0" wrap="square" tIns="0">
            <a:noAutofit/>
          </a:bodyPr>
          <a:lstStyle/>
          <a:p>
            <a:pPr indent="0" lvl="0" marL="0" marR="0" rtl="0" algn="ctr">
              <a:lnSpc>
                <a:spcPct val="140010"/>
              </a:lnSpc>
              <a:spcBef>
                <a:spcPts val="0"/>
              </a:spcBef>
              <a:spcAft>
                <a:spcPts val="0"/>
              </a:spcAft>
              <a:buClr>
                <a:srgbClr val="000000"/>
              </a:buClr>
              <a:buSzPts val="3999"/>
              <a:buFont typeface="Arial"/>
              <a:buNone/>
            </a:pPr>
            <a:r>
              <a:rPr b="1" lang="en-US" sz="3950">
                <a:solidFill>
                  <a:srgbClr val="131268"/>
                </a:solidFill>
                <a:latin typeface="Poppins Black"/>
                <a:ea typeface="Poppins Black"/>
                <a:cs typeface="Poppins Black"/>
                <a:sym typeface="Poppins Black"/>
              </a:rPr>
              <a:t>CONCLUSION</a:t>
            </a:r>
            <a:endParaRPr b="0" i="0" sz="3400" u="none" cap="none" strike="noStrike">
              <a:solidFill>
                <a:srgbClr val="000000"/>
              </a:solidFill>
              <a:latin typeface="Arial"/>
              <a:ea typeface="Arial"/>
              <a:cs typeface="Arial"/>
              <a:sym typeface="Arial"/>
            </a:endParaRPr>
          </a:p>
        </p:txBody>
      </p:sp>
      <p:sp>
        <p:nvSpPr>
          <p:cNvPr id="339" name="Google Shape;339;g3e4e92519bb_0_65"/>
          <p:cNvSpPr txBox="1"/>
          <p:nvPr/>
        </p:nvSpPr>
        <p:spPr>
          <a:xfrm>
            <a:off x="16441144" y="9685020"/>
            <a:ext cx="1403100" cy="4617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3000"/>
              <a:buFont typeface="Arial"/>
              <a:buNone/>
            </a:pPr>
            <a:r>
              <a:rPr b="1" i="0" lang="en-US" sz="3000" u="none" cap="none" strike="noStrike">
                <a:solidFill>
                  <a:srgbClr val="FFFFFF"/>
                </a:solidFill>
                <a:latin typeface="Poppins"/>
                <a:ea typeface="Poppins"/>
                <a:cs typeface="Poppins"/>
                <a:sym typeface="Poppins"/>
              </a:rPr>
              <a:t>IT2R6</a:t>
            </a:r>
            <a:endParaRPr b="0" i="0" sz="1400" u="none" cap="none" strike="noStrike">
              <a:solidFill>
                <a:srgbClr val="000000"/>
              </a:solidFill>
              <a:latin typeface="Arial"/>
              <a:ea typeface="Arial"/>
              <a:cs typeface="Arial"/>
              <a:sym typeface="Arial"/>
            </a:endParaRPr>
          </a:p>
        </p:txBody>
      </p:sp>
      <p:sp>
        <p:nvSpPr>
          <p:cNvPr id="340" name="Google Shape;340;g3e4e92519bb_0_65"/>
          <p:cNvSpPr txBox="1"/>
          <p:nvPr/>
        </p:nvSpPr>
        <p:spPr>
          <a:xfrm>
            <a:off x="14991428" y="10078720"/>
            <a:ext cx="4283400" cy="199800"/>
          </a:xfrm>
          <a:prstGeom prst="rect">
            <a:avLst/>
          </a:prstGeom>
          <a:noFill/>
          <a:ln>
            <a:noFill/>
          </a:ln>
        </p:spPr>
        <p:txBody>
          <a:bodyPr anchorCtr="0" anchor="t" bIns="0" lIns="0" spcFirstLastPara="1" rIns="0" wrap="square" tIns="0">
            <a:spAutoFit/>
          </a:bodyPr>
          <a:lstStyle/>
          <a:p>
            <a:pPr indent="0" lvl="0" marL="0" marR="0" rtl="0" algn="ctr">
              <a:lnSpc>
                <a:spcPct val="107005"/>
              </a:lnSpc>
              <a:spcBef>
                <a:spcPts val="0"/>
              </a:spcBef>
              <a:spcAft>
                <a:spcPts val="0"/>
              </a:spcAft>
              <a:buClr>
                <a:schemeClr val="dk1"/>
              </a:buClr>
              <a:buSzPts val="1299"/>
              <a:buFont typeface="Arial"/>
              <a:buNone/>
            </a:pPr>
            <a:r>
              <a:rPr b="1" i="0" lang="en-US" sz="1299" u="none" cap="none" strike="noStrike">
                <a:solidFill>
                  <a:schemeClr val="lt1"/>
                </a:solidFill>
                <a:latin typeface="Poppins"/>
                <a:ea typeface="Poppins"/>
                <a:cs typeface="Poppins"/>
                <a:sym typeface="Poppins"/>
              </a:rPr>
              <a:t>SYSTEMS INTEGRATION AND ARCHITECTURE</a:t>
            </a:r>
            <a:endParaRPr b="0" i="0" sz="1400" u="none" cap="none" strike="noStrike">
              <a:solidFill>
                <a:srgbClr val="000000"/>
              </a:solidFill>
              <a:latin typeface="Arial"/>
              <a:ea typeface="Arial"/>
              <a:cs typeface="Arial"/>
              <a:sym typeface="Arial"/>
            </a:endParaRPr>
          </a:p>
        </p:txBody>
      </p:sp>
      <p:sp>
        <p:nvSpPr>
          <p:cNvPr id="341" name="Google Shape;341;g3e4e92519bb_0_65"/>
          <p:cNvSpPr txBox="1"/>
          <p:nvPr/>
        </p:nvSpPr>
        <p:spPr>
          <a:xfrm>
            <a:off x="860400" y="3445225"/>
            <a:ext cx="16567200" cy="398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3000">
                <a:latin typeface="Poppins"/>
                <a:ea typeface="Poppins"/>
                <a:cs typeface="Poppins"/>
                <a:sym typeface="Poppins"/>
              </a:rPr>
              <a:t>The Wellmeadows Hospital Management System provides a centralized and efficient solution for managing hospital operations. By automating key processes such as patient records, staff management, ward allocation, and billing, the system reduces data redundancy and improves overall hospital efficiency.</a:t>
            </a:r>
            <a:endParaRPr sz="3000">
              <a:latin typeface="Poppins"/>
              <a:ea typeface="Poppins"/>
              <a:cs typeface="Poppins"/>
              <a:sym typeface="Poppins"/>
            </a:endParaRPr>
          </a:p>
          <a:p>
            <a:pPr indent="0" lvl="0" marL="0" rtl="0" algn="l">
              <a:lnSpc>
                <a:spcPct val="115000"/>
              </a:lnSpc>
              <a:spcBef>
                <a:spcPts val="1200"/>
              </a:spcBef>
              <a:spcAft>
                <a:spcPts val="1200"/>
              </a:spcAft>
              <a:buNone/>
            </a:pPr>
            <a:r>
              <a:rPr lang="en-US" sz="3000">
                <a:latin typeface="Poppins"/>
                <a:ea typeface="Poppins"/>
                <a:cs typeface="Poppins"/>
                <a:sym typeface="Poppins"/>
              </a:rPr>
              <a:t>With its role-based interfaces and modern tech stack, the system ensures that each user can perform their responsibilities accurately and effectively — ultimately contributing to better and more organized healthcare service delivery.</a:t>
            </a:r>
            <a:endParaRPr sz="3000">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grpSp>
        <p:nvGrpSpPr>
          <p:cNvPr id="346" name="Google Shape;346;p11"/>
          <p:cNvGrpSpPr/>
          <p:nvPr/>
        </p:nvGrpSpPr>
        <p:grpSpPr>
          <a:xfrm rot="-5324772">
            <a:off x="10856331" y="-5758916"/>
            <a:ext cx="4106926" cy="12208141"/>
            <a:chOff x="0" y="0"/>
            <a:chExt cx="202947" cy="603275"/>
          </a:xfrm>
        </p:grpSpPr>
        <p:sp>
          <p:nvSpPr>
            <p:cNvPr id="347" name="Google Shape;347;p1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11"/>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9" name="Google Shape;349;p11"/>
          <p:cNvGrpSpPr/>
          <p:nvPr/>
        </p:nvGrpSpPr>
        <p:grpSpPr>
          <a:xfrm rot="-5324763">
            <a:off x="12512902" y="3504553"/>
            <a:ext cx="3277364" cy="9742208"/>
            <a:chOff x="0" y="0"/>
            <a:chExt cx="202947" cy="603275"/>
          </a:xfrm>
        </p:grpSpPr>
        <p:sp>
          <p:nvSpPr>
            <p:cNvPr id="350" name="Google Shape;350;p1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F4D0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11"/>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2" name="Google Shape;352;p11"/>
          <p:cNvGrpSpPr/>
          <p:nvPr/>
        </p:nvGrpSpPr>
        <p:grpSpPr>
          <a:xfrm>
            <a:off x="1683800" y="3234942"/>
            <a:ext cx="21991459" cy="7234124"/>
            <a:chOff x="0" y="-48823"/>
            <a:chExt cx="202947" cy="66758"/>
          </a:xfrm>
        </p:grpSpPr>
        <p:sp>
          <p:nvSpPr>
            <p:cNvPr id="353" name="Google Shape;353;p11"/>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4" name="Google Shape;354;p11"/>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5" name="Google Shape;355;p11"/>
          <p:cNvGrpSpPr/>
          <p:nvPr/>
        </p:nvGrpSpPr>
        <p:grpSpPr>
          <a:xfrm rot="10800000">
            <a:off x="-6308200" y="-820598"/>
            <a:ext cx="21991459" cy="7234124"/>
            <a:chOff x="0" y="-48823"/>
            <a:chExt cx="202947" cy="66758"/>
          </a:xfrm>
        </p:grpSpPr>
        <p:sp>
          <p:nvSpPr>
            <p:cNvPr id="356" name="Google Shape;356;p11"/>
            <p:cNvSpPr/>
            <p:nvPr/>
          </p:nvSpPr>
          <p:spPr>
            <a:xfrm>
              <a:off x="0" y="0"/>
              <a:ext cx="202947" cy="17935"/>
            </a:xfrm>
            <a:custGeom>
              <a:rect b="b" l="l" r="r" t="t"/>
              <a:pathLst>
                <a:path extrusionOk="0" h="17935" w="202947">
                  <a:moveTo>
                    <a:pt x="101473" y="0"/>
                  </a:moveTo>
                  <a:lnTo>
                    <a:pt x="202947" y="17935"/>
                  </a:lnTo>
                  <a:lnTo>
                    <a:pt x="0" y="17935"/>
                  </a:lnTo>
                  <a:lnTo>
                    <a:pt x="101473" y="0"/>
                  </a:lnTo>
                  <a:close/>
                </a:path>
              </a:pathLst>
            </a:custGeom>
            <a:solidFill>
              <a:srgbClr val="2E31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7" name="Google Shape;357;p11"/>
            <p:cNvSpPr txBox="1"/>
            <p:nvPr/>
          </p:nvSpPr>
          <p:spPr>
            <a:xfrm>
              <a:off x="31710" y="-48823"/>
              <a:ext cx="139500" cy="654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8" name="Google Shape;358;p11"/>
          <p:cNvGrpSpPr/>
          <p:nvPr/>
        </p:nvGrpSpPr>
        <p:grpSpPr>
          <a:xfrm rot="-5400000">
            <a:off x="1043267" y="4352087"/>
            <a:ext cx="4437558" cy="13190970"/>
            <a:chOff x="0" y="0"/>
            <a:chExt cx="202947" cy="603275"/>
          </a:xfrm>
        </p:grpSpPr>
        <p:sp>
          <p:nvSpPr>
            <p:cNvPr id="359" name="Google Shape;359;p1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000000">
                <a:alpha val="0"/>
              </a:srgbClr>
            </a:solidFill>
            <a:ln cap="sq" cmpd="sng" w="95250">
              <a:solidFill>
                <a:srgbClr val="F4D03F"/>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11"/>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1" name="Google Shape;361;p11"/>
          <p:cNvGrpSpPr/>
          <p:nvPr/>
        </p:nvGrpSpPr>
        <p:grpSpPr>
          <a:xfrm rot="5400000">
            <a:off x="-770601" y="-7022591"/>
            <a:ext cx="4437558" cy="13190970"/>
            <a:chOff x="0" y="0"/>
            <a:chExt cx="202947" cy="603275"/>
          </a:xfrm>
        </p:grpSpPr>
        <p:sp>
          <p:nvSpPr>
            <p:cNvPr id="362" name="Google Shape;362;p11"/>
            <p:cNvSpPr/>
            <p:nvPr/>
          </p:nvSpPr>
          <p:spPr>
            <a:xfrm>
              <a:off x="0" y="0"/>
              <a:ext cx="202947" cy="603275"/>
            </a:xfrm>
            <a:custGeom>
              <a:rect b="b" l="l" r="r" t="t"/>
              <a:pathLst>
                <a:path extrusionOk="0" h="603275" w="202947">
                  <a:moveTo>
                    <a:pt x="101473" y="0"/>
                  </a:moveTo>
                  <a:lnTo>
                    <a:pt x="202947" y="603275"/>
                  </a:lnTo>
                  <a:lnTo>
                    <a:pt x="0" y="603275"/>
                  </a:lnTo>
                  <a:lnTo>
                    <a:pt x="101473" y="0"/>
                  </a:lnTo>
                  <a:close/>
                </a:path>
              </a:pathLst>
            </a:custGeom>
            <a:solidFill>
              <a:srgbClr val="000000">
                <a:alpha val="0"/>
              </a:srgbClr>
            </a:solidFill>
            <a:ln cap="sq" cmpd="sng" w="95250">
              <a:solidFill>
                <a:srgbClr val="F4D03F"/>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3" name="Google Shape;363;p11"/>
            <p:cNvSpPr txBox="1"/>
            <p:nvPr/>
          </p:nvSpPr>
          <p:spPr>
            <a:xfrm>
              <a:off x="31710" y="222942"/>
              <a:ext cx="139500" cy="337200"/>
            </a:xfrm>
            <a:prstGeom prst="rect">
              <a:avLst/>
            </a:prstGeom>
            <a:noFill/>
            <a:ln>
              <a:noFill/>
            </a:ln>
          </p:spPr>
          <p:txBody>
            <a:bodyPr anchorCtr="0" anchor="ctr" bIns="50800" lIns="50800" spcFirstLastPara="1" rIns="50800" wrap="square" tIns="50800">
              <a:noAutofit/>
            </a:bodyPr>
            <a:lstStyle/>
            <a:p>
              <a:pPr indent="0" lvl="0" marL="0" marR="0" rtl="0" algn="ctr">
                <a:lnSpc>
                  <a:spcPct val="200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4" name="Google Shape;364;p11"/>
          <p:cNvSpPr/>
          <p:nvPr/>
        </p:nvSpPr>
        <p:spPr>
          <a:xfrm>
            <a:off x="6279690" y="1180575"/>
            <a:ext cx="2294877" cy="2294877"/>
          </a:xfrm>
          <a:custGeom>
            <a:rect b="b" l="l" r="r" t="t"/>
            <a:pathLst>
              <a:path extrusionOk="0" h="2294877" w="2294877">
                <a:moveTo>
                  <a:pt x="0" y="0"/>
                </a:moveTo>
                <a:lnTo>
                  <a:pt x="2294877" y="0"/>
                </a:lnTo>
                <a:lnTo>
                  <a:pt x="2294877" y="2294877"/>
                </a:lnTo>
                <a:lnTo>
                  <a:pt x="0" y="229487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p11"/>
          <p:cNvSpPr txBox="1"/>
          <p:nvPr/>
        </p:nvSpPr>
        <p:spPr>
          <a:xfrm>
            <a:off x="3270226" y="4675294"/>
            <a:ext cx="11763900" cy="25461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Clr>
                <a:srgbClr val="000000"/>
              </a:buClr>
              <a:buSzPts val="14128"/>
              <a:buFont typeface="Arial"/>
              <a:buNone/>
            </a:pPr>
            <a:r>
              <a:rPr b="1" i="0" lang="en-US" sz="14128" u="none" cap="none" strike="noStrike">
                <a:solidFill>
                  <a:srgbClr val="1A1751"/>
                </a:solidFill>
                <a:latin typeface="Poppins"/>
                <a:ea typeface="Poppins"/>
                <a:cs typeface="Poppins"/>
                <a:sym typeface="Poppins"/>
              </a:rPr>
              <a:t>Thank You</a:t>
            </a:r>
            <a:endParaRPr b="0" i="0" sz="1400" u="none" cap="none" strike="noStrike">
              <a:solidFill>
                <a:srgbClr val="000000"/>
              </a:solidFill>
              <a:latin typeface="Arial"/>
              <a:ea typeface="Arial"/>
              <a:cs typeface="Arial"/>
              <a:sym typeface="Arial"/>
            </a:endParaRPr>
          </a:p>
        </p:txBody>
      </p:sp>
      <p:sp>
        <p:nvSpPr>
          <p:cNvPr id="366" name="Google Shape;366;p11"/>
          <p:cNvSpPr/>
          <p:nvPr/>
        </p:nvSpPr>
        <p:spPr>
          <a:xfrm>
            <a:off x="8574567" y="1565076"/>
            <a:ext cx="3433743" cy="1525875"/>
          </a:xfrm>
          <a:custGeom>
            <a:rect b="b" l="l" r="r" t="t"/>
            <a:pathLst>
              <a:path extrusionOk="0" h="1525875" w="3433743">
                <a:moveTo>
                  <a:pt x="0" y="0"/>
                </a:moveTo>
                <a:lnTo>
                  <a:pt x="3433743" y="0"/>
                </a:lnTo>
                <a:lnTo>
                  <a:pt x="3433743" y="1525875"/>
                </a:lnTo>
                <a:lnTo>
                  <a:pt x="0" y="1525875"/>
                </a:lnTo>
                <a:lnTo>
                  <a:pt x="0" y="0"/>
                </a:lnTo>
                <a:close/>
              </a:path>
            </a:pathLst>
          </a:custGeom>
          <a:blipFill rotWithShape="1">
            <a:blip r:embed="rId4">
              <a:alphaModFix/>
            </a:blip>
            <a:stretch>
              <a:fillRect b="-99417" l="-13279" r="-12459" t="-8354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